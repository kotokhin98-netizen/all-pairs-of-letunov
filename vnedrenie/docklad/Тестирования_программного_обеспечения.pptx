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35" d="100"/>
          <a:sy n="135" d="100"/>
        </p:scale>
        <p:origin x="156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EBC55-5864-427B-84CF-6441AA82BD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6745" y="1205037"/>
            <a:ext cx="7744993" cy="2541336"/>
          </a:xfr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B52BDB-18E0-4991-A6F2-7AD5420153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6745" y="3949332"/>
            <a:ext cx="7744993" cy="2006735"/>
          </a:xfrm>
        </p:spPr>
        <p:txBody>
          <a:bodyPr>
            <a:normAutofit/>
          </a:bodyPr>
          <a:lstStyle>
            <a:lvl1pPr marL="0" indent="0" algn="l">
              <a:buNone/>
              <a:defRPr sz="20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0ABC6-907E-47DE-8E40-61F2DD1B4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AB158-6097-43A1-90B6-406F93670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E077-FF20-4DD9-92B5-EE1C4D615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848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31C13-CF9D-4E82-A5B4-91008DCD2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06FD2-89E8-4415-ADF7-22F4A4C259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CBBFF-8889-497F-B4CA-A031E8DD3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78DAF-985B-4BB4-ADA9-02EA979F1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A10DBC-42B5-46AB-B36A-B39128E69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440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1B6E7-01C8-4375-B7C7-596CD1199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83229"/>
            <a:ext cx="8214179" cy="330313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441675-8F3E-47CC-9573-D853C506D5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295900"/>
            <a:ext cx="8214179" cy="79375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419F49-690E-49EC-BD41-75A18C9E3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BC9E70-1401-468E-97DE-4255CA222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ABE14C-9127-4582-A006-2AEA93AF7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224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34DF9-FA60-4E7B-BDE8-C0F9AFE63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F1133-890E-4E96-AEDD-0F921E26F5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66745" y="2250798"/>
            <a:ext cx="4445899" cy="375267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4763B4-4987-4303-9640-54B67DD75E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97174" y="2250798"/>
            <a:ext cx="4445899" cy="375267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94AAD8-D444-410E-98EC-47076908F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72F01E-6867-4604-8B58-F65BCC820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43D87-0EC8-43C7-9D1B-46DB52129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034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605AE-70FD-4CEE-BDFB-D5C0A3D35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745" y="960120"/>
            <a:ext cx="9196928" cy="10607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9091E2-4532-4D16-827E-4DB0688FD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7153" y="2062842"/>
            <a:ext cx="4445899" cy="78189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2B53BE-9EDA-4D07-A042-0D101FAB9A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6745" y="2882837"/>
            <a:ext cx="4446642" cy="334379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DFDFC1-7510-4F8E-A831-ABA33D977A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25280" y="2062842"/>
            <a:ext cx="4467794" cy="78189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2A42F0-9A48-4946-8BA8-394CBF01A0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24868" y="2882837"/>
            <a:ext cx="4468541" cy="334379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0FC563-D319-494F-AA63-0BDF1D25E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42F4FE-433A-42F6-8A73-AD843352B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575352-FC7F-4BA8-940F-2F920C280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792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B3FB5-4B13-4412-9F42-62450D6AA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C87ECA-0E5D-4DD2-B664-DF351875F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E2406B-A925-466A-AF79-D0A4E0EA4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61B050-D381-4E1A-88DD-361F0EE9D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403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8BF592-6A15-4999-ACFA-A535A113B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19EFC1-AD45-4610-8FC6-2058F55E4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3DF506-CFF9-4BD2-8D76-337792779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809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77674-EAFF-4CAE-A685-8AEA617D0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094014"/>
            <a:ext cx="3932237" cy="143691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3A185-E15D-46FD-A4FB-709A8B5D0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94014"/>
            <a:ext cx="6172200" cy="476703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4086F7-5F48-40D6-B4E3-1347EA21B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618012"/>
            <a:ext cx="3932237" cy="32509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F4FC41-0A32-438D-9A47-F932AB492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F0F85D-CB6B-48E8-B56F-81472CE94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6E120E-E239-4B93-AC67-210D23BD2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656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1F02C-5A08-45D4-AFE1-8EF0E6DEC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065120"/>
            <a:ext cx="3932237" cy="146580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2EF863-20E6-4CF9-A179-0A2A52E5F3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ECFB1A-5B7E-45DA-9713-0CD8E3121F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618014"/>
            <a:ext cx="3932237" cy="325097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EFD67F-901E-4423-A48F-41F00ECA5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B04982-0749-4F34-A4DB-DDC12BD4B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B38447-AEAF-40D9-B3D3-94404C144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780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071ABCB-C306-49F0-8D5D-0B890583C1CE}"/>
              </a:ext>
            </a:extLst>
          </p:cNvPr>
          <p:cNvGrpSpPr/>
          <p:nvPr/>
        </p:nvGrpSpPr>
        <p:grpSpPr>
          <a:xfrm rot="10800000">
            <a:off x="0" y="1827078"/>
            <a:ext cx="2926300" cy="5030922"/>
            <a:chOff x="9265700" y="2026"/>
            <a:chExt cx="2926300" cy="5030922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24A67F94-2250-4B3A-8424-1BC0A0BCB3FF}"/>
                </a:ext>
              </a:extLst>
            </p:cNvPr>
            <p:cNvSpPr/>
            <p:nvPr/>
          </p:nvSpPr>
          <p:spPr>
            <a:xfrm>
              <a:off x="9326904" y="2026"/>
              <a:ext cx="2249810" cy="2294745"/>
            </a:xfrm>
            <a:custGeom>
              <a:avLst/>
              <a:gdLst>
                <a:gd name="connsiteX0" fmla="*/ 49162 w 2249810"/>
                <a:gd name="connsiteY0" fmla="*/ 0 h 2294745"/>
                <a:gd name="connsiteX1" fmla="*/ 2200648 w 2249810"/>
                <a:gd name="connsiteY1" fmla="*/ 0 h 2294745"/>
                <a:gd name="connsiteX2" fmla="*/ 2210105 w 2249810"/>
                <a:gd name="connsiteY2" fmla="*/ 23601 h 2294745"/>
                <a:gd name="connsiteX3" fmla="*/ 2249810 w 2249810"/>
                <a:gd name="connsiteY3" fmla="*/ 326934 h 2294745"/>
                <a:gd name="connsiteX4" fmla="*/ 2249810 w 2249810"/>
                <a:gd name="connsiteY4" fmla="*/ 422824 h 2294745"/>
                <a:gd name="connsiteX5" fmla="*/ 2249810 w 2249810"/>
                <a:gd name="connsiteY5" fmla="*/ 696534 h 2294745"/>
                <a:gd name="connsiteX6" fmla="*/ 2249810 w 2249810"/>
                <a:gd name="connsiteY6" fmla="*/ 848826 h 2294745"/>
                <a:gd name="connsiteX7" fmla="*/ 2249810 w 2249810"/>
                <a:gd name="connsiteY7" fmla="*/ 1058531 h 2294745"/>
                <a:gd name="connsiteX8" fmla="*/ 2249810 w 2249810"/>
                <a:gd name="connsiteY8" fmla="*/ 1218426 h 2294745"/>
                <a:gd name="connsiteX9" fmla="*/ 1955981 w 2249810"/>
                <a:gd name="connsiteY9" fmla="*/ 1845313 h 2294745"/>
                <a:gd name="connsiteX10" fmla="*/ 1225437 w 2249810"/>
                <a:gd name="connsiteY10" fmla="*/ 2208220 h 2294745"/>
                <a:gd name="connsiteX11" fmla="*/ 1123061 w 2249810"/>
                <a:gd name="connsiteY11" fmla="*/ 2294745 h 2294745"/>
                <a:gd name="connsiteX12" fmla="*/ 1024372 w 2249810"/>
                <a:gd name="connsiteY12" fmla="*/ 2208220 h 2294745"/>
                <a:gd name="connsiteX13" fmla="*/ 293828 w 2249810"/>
                <a:gd name="connsiteY13" fmla="*/ 1845313 h 2294745"/>
                <a:gd name="connsiteX14" fmla="*/ 0 w 2249810"/>
                <a:gd name="connsiteY14" fmla="*/ 1218426 h 2294745"/>
                <a:gd name="connsiteX15" fmla="*/ 0 w 2249810"/>
                <a:gd name="connsiteY15" fmla="*/ 1058531 h 2294745"/>
                <a:gd name="connsiteX16" fmla="*/ 0 w 2249810"/>
                <a:gd name="connsiteY16" fmla="*/ 848826 h 2294745"/>
                <a:gd name="connsiteX17" fmla="*/ 0 w 2249810"/>
                <a:gd name="connsiteY17" fmla="*/ 696534 h 2294745"/>
                <a:gd name="connsiteX18" fmla="*/ 0 w 2249810"/>
                <a:gd name="connsiteY18" fmla="*/ 422824 h 2294745"/>
                <a:gd name="connsiteX19" fmla="*/ 0 w 2249810"/>
                <a:gd name="connsiteY19" fmla="*/ 326934 h 2294745"/>
                <a:gd name="connsiteX20" fmla="*/ 39705 w 2249810"/>
                <a:gd name="connsiteY20" fmla="*/ 23601 h 2294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49810" h="2294745">
                  <a:moveTo>
                    <a:pt x="49162" y="0"/>
                  </a:moveTo>
                  <a:lnTo>
                    <a:pt x="2200648" y="0"/>
                  </a:lnTo>
                  <a:lnTo>
                    <a:pt x="2210105" y="23601"/>
                  </a:lnTo>
                  <a:cubicBezTo>
                    <a:pt x="2236898" y="106934"/>
                    <a:pt x="2249810" y="205568"/>
                    <a:pt x="2249810" y="326934"/>
                  </a:cubicBezTo>
                  <a:lnTo>
                    <a:pt x="2249810" y="422824"/>
                  </a:lnTo>
                  <a:lnTo>
                    <a:pt x="2249810" y="696534"/>
                  </a:lnTo>
                  <a:lnTo>
                    <a:pt x="2249810" y="848826"/>
                  </a:lnTo>
                  <a:lnTo>
                    <a:pt x="2249810" y="1058531"/>
                  </a:lnTo>
                  <a:lnTo>
                    <a:pt x="2249810" y="1218426"/>
                  </a:lnTo>
                  <a:cubicBezTo>
                    <a:pt x="2249810" y="1542068"/>
                    <a:pt x="2157989" y="1704061"/>
                    <a:pt x="1955981" y="1845313"/>
                  </a:cubicBezTo>
                  <a:cubicBezTo>
                    <a:pt x="1745898" y="1967026"/>
                    <a:pt x="1470144" y="2019115"/>
                    <a:pt x="1225437" y="2208220"/>
                  </a:cubicBezTo>
                  <a:lnTo>
                    <a:pt x="1123061" y="2294745"/>
                  </a:lnTo>
                  <a:lnTo>
                    <a:pt x="1024372" y="2208220"/>
                  </a:lnTo>
                  <a:cubicBezTo>
                    <a:pt x="779664" y="2019115"/>
                    <a:pt x="503910" y="1967026"/>
                    <a:pt x="293828" y="1845313"/>
                  </a:cubicBezTo>
                  <a:cubicBezTo>
                    <a:pt x="91820" y="1704061"/>
                    <a:pt x="0" y="1542068"/>
                    <a:pt x="0" y="1218426"/>
                  </a:cubicBezTo>
                  <a:lnTo>
                    <a:pt x="0" y="1058531"/>
                  </a:lnTo>
                  <a:lnTo>
                    <a:pt x="0" y="848826"/>
                  </a:lnTo>
                  <a:lnTo>
                    <a:pt x="0" y="696534"/>
                  </a:lnTo>
                  <a:lnTo>
                    <a:pt x="0" y="422824"/>
                  </a:lnTo>
                  <a:lnTo>
                    <a:pt x="0" y="326934"/>
                  </a:lnTo>
                  <a:cubicBezTo>
                    <a:pt x="0" y="205568"/>
                    <a:pt x="12912" y="106934"/>
                    <a:pt x="39705" y="23601"/>
                  </a:cubicBezTo>
                  <a:close/>
                </a:path>
              </a:pathLst>
            </a:custGeom>
            <a:solidFill>
              <a:schemeClr val="bg2">
                <a:lumMod val="75000"/>
                <a:alpha val="1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FB942D8-95BE-4CFD-BFCC-26209EC192CE}"/>
                </a:ext>
              </a:extLst>
            </p:cNvPr>
            <p:cNvSpPr/>
            <p:nvPr/>
          </p:nvSpPr>
          <p:spPr>
            <a:xfrm>
              <a:off x="10597154" y="1907348"/>
              <a:ext cx="1594846" cy="3044131"/>
            </a:xfrm>
            <a:custGeom>
              <a:avLst/>
              <a:gdLst>
                <a:gd name="connsiteX0" fmla="*/ 1126749 w 1594846"/>
                <a:gd name="connsiteY0" fmla="*/ 0 h 3044131"/>
                <a:gd name="connsiteX1" fmla="*/ 1225438 w 1594846"/>
                <a:gd name="connsiteY1" fmla="*/ 86525 h 3044131"/>
                <a:gd name="connsiteX2" fmla="*/ 1413279 w 1594846"/>
                <a:gd name="connsiteY2" fmla="*/ 205892 h 3044131"/>
                <a:gd name="connsiteX3" fmla="*/ 1594846 w 1594846"/>
                <a:gd name="connsiteY3" fmla="*/ 289191 h 3044131"/>
                <a:gd name="connsiteX4" fmla="*/ 1594846 w 1594846"/>
                <a:gd name="connsiteY4" fmla="*/ 2754939 h 3044131"/>
                <a:gd name="connsiteX5" fmla="*/ 1413277 w 1594846"/>
                <a:gd name="connsiteY5" fmla="*/ 2838239 h 3044131"/>
                <a:gd name="connsiteX6" fmla="*/ 1225436 w 1594846"/>
                <a:gd name="connsiteY6" fmla="*/ 2957606 h 3044131"/>
                <a:gd name="connsiteX7" fmla="*/ 1123061 w 1594846"/>
                <a:gd name="connsiteY7" fmla="*/ 3044131 h 3044131"/>
                <a:gd name="connsiteX8" fmla="*/ 1024372 w 1594846"/>
                <a:gd name="connsiteY8" fmla="*/ 2957606 h 3044131"/>
                <a:gd name="connsiteX9" fmla="*/ 293828 w 1594846"/>
                <a:gd name="connsiteY9" fmla="*/ 2594699 h 3044131"/>
                <a:gd name="connsiteX10" fmla="*/ 0 w 1594846"/>
                <a:gd name="connsiteY10" fmla="*/ 1967812 h 3044131"/>
                <a:gd name="connsiteX11" fmla="*/ 0 w 1594846"/>
                <a:gd name="connsiteY11" fmla="*/ 1807917 h 3044131"/>
                <a:gd name="connsiteX12" fmla="*/ 0 w 1594846"/>
                <a:gd name="connsiteY12" fmla="*/ 1598212 h 3044131"/>
                <a:gd name="connsiteX13" fmla="*/ 0 w 1594846"/>
                <a:gd name="connsiteY13" fmla="*/ 1445920 h 3044131"/>
                <a:gd name="connsiteX14" fmla="*/ 0 w 1594846"/>
                <a:gd name="connsiteY14" fmla="*/ 1172210 h 3044131"/>
                <a:gd name="connsiteX15" fmla="*/ 0 w 1594846"/>
                <a:gd name="connsiteY15" fmla="*/ 1076320 h 3044131"/>
                <a:gd name="connsiteX16" fmla="*/ 293829 w 1594846"/>
                <a:gd name="connsiteY16" fmla="*/ 449433 h 3044131"/>
                <a:gd name="connsiteX17" fmla="*/ 1024374 w 1594846"/>
                <a:gd name="connsiteY17" fmla="*/ 86525 h 304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594846" h="3044131">
                  <a:moveTo>
                    <a:pt x="1126749" y="0"/>
                  </a:moveTo>
                  <a:lnTo>
                    <a:pt x="1225438" y="86525"/>
                  </a:lnTo>
                  <a:cubicBezTo>
                    <a:pt x="1286615" y="133801"/>
                    <a:pt x="1349732" y="172514"/>
                    <a:pt x="1413279" y="205892"/>
                  </a:cubicBezTo>
                  <a:lnTo>
                    <a:pt x="1594846" y="289191"/>
                  </a:lnTo>
                  <a:lnTo>
                    <a:pt x="1594846" y="2754939"/>
                  </a:lnTo>
                  <a:lnTo>
                    <a:pt x="1413277" y="2838239"/>
                  </a:lnTo>
                  <a:cubicBezTo>
                    <a:pt x="1349730" y="2871617"/>
                    <a:pt x="1286613" y="2910330"/>
                    <a:pt x="1225436" y="2957606"/>
                  </a:cubicBezTo>
                  <a:lnTo>
                    <a:pt x="1123061" y="3044131"/>
                  </a:lnTo>
                  <a:lnTo>
                    <a:pt x="1024372" y="2957606"/>
                  </a:lnTo>
                  <a:cubicBezTo>
                    <a:pt x="779664" y="2768501"/>
                    <a:pt x="503910" y="2716412"/>
                    <a:pt x="293828" y="2594699"/>
                  </a:cubicBezTo>
                  <a:cubicBezTo>
                    <a:pt x="91820" y="2453447"/>
                    <a:pt x="0" y="2291454"/>
                    <a:pt x="0" y="1967812"/>
                  </a:cubicBezTo>
                  <a:lnTo>
                    <a:pt x="0" y="1807917"/>
                  </a:lnTo>
                  <a:lnTo>
                    <a:pt x="0" y="1598212"/>
                  </a:lnTo>
                  <a:lnTo>
                    <a:pt x="0" y="1445920"/>
                  </a:lnTo>
                  <a:lnTo>
                    <a:pt x="0" y="1172210"/>
                  </a:lnTo>
                  <a:lnTo>
                    <a:pt x="0" y="1076320"/>
                  </a:lnTo>
                  <a:cubicBezTo>
                    <a:pt x="0" y="752678"/>
                    <a:pt x="91821" y="590684"/>
                    <a:pt x="293829" y="449433"/>
                  </a:cubicBezTo>
                  <a:cubicBezTo>
                    <a:pt x="503912" y="327719"/>
                    <a:pt x="779665" y="275630"/>
                    <a:pt x="1024374" y="86525"/>
                  </a:cubicBezTo>
                  <a:close/>
                </a:path>
              </a:pathLst>
            </a:custGeom>
            <a:solidFill>
              <a:schemeClr val="bg2">
                <a:lumMod val="75000"/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9DF6499A-D398-4CBC-AA22-4277539430FC}"/>
                </a:ext>
              </a:extLst>
            </p:cNvPr>
            <p:cNvSpPr/>
            <p:nvPr/>
          </p:nvSpPr>
          <p:spPr>
            <a:xfrm>
              <a:off x="9265700" y="7622"/>
              <a:ext cx="2372219" cy="2371961"/>
            </a:xfrm>
            <a:custGeom>
              <a:avLst/>
              <a:gdLst>
                <a:gd name="connsiteX0" fmla="*/ 2144960 w 4282900"/>
                <a:gd name="connsiteY0" fmla="*/ 0 h 5795027"/>
                <a:gd name="connsiteX1" fmla="*/ 2332832 w 4282900"/>
                <a:gd name="connsiteY1" fmla="*/ 164715 h 5795027"/>
                <a:gd name="connsiteX2" fmla="*/ 3723546 w 4282900"/>
                <a:gd name="connsiteY2" fmla="*/ 855573 h 5795027"/>
                <a:gd name="connsiteX3" fmla="*/ 4282900 w 4282900"/>
                <a:gd name="connsiteY3" fmla="*/ 2048959 h 5795027"/>
                <a:gd name="connsiteX4" fmla="*/ 4282900 w 4282900"/>
                <a:gd name="connsiteY4" fmla="*/ 2231503 h 5795027"/>
                <a:gd name="connsiteX5" fmla="*/ 4282900 w 4282900"/>
                <a:gd name="connsiteY5" fmla="*/ 2752557 h 5795027"/>
                <a:gd name="connsiteX6" fmla="*/ 4282900 w 4282900"/>
                <a:gd name="connsiteY6" fmla="*/ 3042471 h 5795027"/>
                <a:gd name="connsiteX7" fmla="*/ 4282900 w 4282900"/>
                <a:gd name="connsiteY7" fmla="*/ 3441681 h 5795027"/>
                <a:gd name="connsiteX8" fmla="*/ 4282900 w 4282900"/>
                <a:gd name="connsiteY8" fmla="*/ 3746068 h 5795027"/>
                <a:gd name="connsiteX9" fmla="*/ 3723546 w 4282900"/>
                <a:gd name="connsiteY9" fmla="*/ 4939455 h 5795027"/>
                <a:gd name="connsiteX10" fmla="*/ 2332829 w 4282900"/>
                <a:gd name="connsiteY10" fmla="*/ 5630311 h 5795027"/>
                <a:gd name="connsiteX11" fmla="*/ 2137940 w 4282900"/>
                <a:gd name="connsiteY11" fmla="*/ 5795027 h 5795027"/>
                <a:gd name="connsiteX12" fmla="*/ 1950069 w 4282900"/>
                <a:gd name="connsiteY12" fmla="*/ 5630311 h 5795027"/>
                <a:gd name="connsiteX13" fmla="*/ 559353 w 4282900"/>
                <a:gd name="connsiteY13" fmla="*/ 4939455 h 5795027"/>
                <a:gd name="connsiteX14" fmla="*/ 0 w 4282900"/>
                <a:gd name="connsiteY14" fmla="*/ 3746068 h 5795027"/>
                <a:gd name="connsiteX15" fmla="*/ 0 w 4282900"/>
                <a:gd name="connsiteY15" fmla="*/ 3441681 h 5795027"/>
                <a:gd name="connsiteX16" fmla="*/ 0 w 4282900"/>
                <a:gd name="connsiteY16" fmla="*/ 3042471 h 5795027"/>
                <a:gd name="connsiteX17" fmla="*/ 0 w 4282900"/>
                <a:gd name="connsiteY17" fmla="*/ 2752557 h 5795027"/>
                <a:gd name="connsiteX18" fmla="*/ 0 w 4282900"/>
                <a:gd name="connsiteY18" fmla="*/ 2231503 h 5795027"/>
                <a:gd name="connsiteX19" fmla="*/ 0 w 4282900"/>
                <a:gd name="connsiteY19" fmla="*/ 2048959 h 5795027"/>
                <a:gd name="connsiteX20" fmla="*/ 559354 w 4282900"/>
                <a:gd name="connsiteY20" fmla="*/ 855573 h 5795027"/>
                <a:gd name="connsiteX21" fmla="*/ 1950071 w 4282900"/>
                <a:gd name="connsiteY21" fmla="*/ 164715 h 5795027"/>
                <a:gd name="connsiteX0" fmla="*/ 4282900 w 4447989"/>
                <a:gd name="connsiteY0" fmla="*/ 2048959 h 5795027"/>
                <a:gd name="connsiteX1" fmla="*/ 4282900 w 4447989"/>
                <a:gd name="connsiteY1" fmla="*/ 2231503 h 5795027"/>
                <a:gd name="connsiteX2" fmla="*/ 4282900 w 4447989"/>
                <a:gd name="connsiteY2" fmla="*/ 2752557 h 5795027"/>
                <a:gd name="connsiteX3" fmla="*/ 4282900 w 4447989"/>
                <a:gd name="connsiteY3" fmla="*/ 3042471 h 5795027"/>
                <a:gd name="connsiteX4" fmla="*/ 4282900 w 4447989"/>
                <a:gd name="connsiteY4" fmla="*/ 3441681 h 5795027"/>
                <a:gd name="connsiteX5" fmla="*/ 4282900 w 4447989"/>
                <a:gd name="connsiteY5" fmla="*/ 3746068 h 5795027"/>
                <a:gd name="connsiteX6" fmla="*/ 3723546 w 4447989"/>
                <a:gd name="connsiteY6" fmla="*/ 4939455 h 5795027"/>
                <a:gd name="connsiteX7" fmla="*/ 2332829 w 4447989"/>
                <a:gd name="connsiteY7" fmla="*/ 5630311 h 5795027"/>
                <a:gd name="connsiteX8" fmla="*/ 2137940 w 4447989"/>
                <a:gd name="connsiteY8" fmla="*/ 5795027 h 5795027"/>
                <a:gd name="connsiteX9" fmla="*/ 1950069 w 4447989"/>
                <a:gd name="connsiteY9" fmla="*/ 5630311 h 5795027"/>
                <a:gd name="connsiteX10" fmla="*/ 559353 w 4447989"/>
                <a:gd name="connsiteY10" fmla="*/ 4939455 h 5795027"/>
                <a:gd name="connsiteX11" fmla="*/ 0 w 4447989"/>
                <a:gd name="connsiteY11" fmla="*/ 3746068 h 5795027"/>
                <a:gd name="connsiteX12" fmla="*/ 0 w 4447989"/>
                <a:gd name="connsiteY12" fmla="*/ 3441681 h 5795027"/>
                <a:gd name="connsiteX13" fmla="*/ 0 w 4447989"/>
                <a:gd name="connsiteY13" fmla="*/ 3042471 h 5795027"/>
                <a:gd name="connsiteX14" fmla="*/ 0 w 4447989"/>
                <a:gd name="connsiteY14" fmla="*/ 2752557 h 5795027"/>
                <a:gd name="connsiteX15" fmla="*/ 0 w 4447989"/>
                <a:gd name="connsiteY15" fmla="*/ 2231503 h 5795027"/>
                <a:gd name="connsiteX16" fmla="*/ 0 w 4447989"/>
                <a:gd name="connsiteY16" fmla="*/ 2048959 h 5795027"/>
                <a:gd name="connsiteX17" fmla="*/ 559354 w 4447989"/>
                <a:gd name="connsiteY17" fmla="*/ 855573 h 5795027"/>
                <a:gd name="connsiteX18" fmla="*/ 1950071 w 4447989"/>
                <a:gd name="connsiteY18" fmla="*/ 164715 h 5795027"/>
                <a:gd name="connsiteX19" fmla="*/ 2144960 w 4447989"/>
                <a:gd name="connsiteY19" fmla="*/ 0 h 5795027"/>
                <a:gd name="connsiteX20" fmla="*/ 2332832 w 4447989"/>
                <a:gd name="connsiteY20" fmla="*/ 164715 h 5795027"/>
                <a:gd name="connsiteX21" fmla="*/ 3723546 w 4447989"/>
                <a:gd name="connsiteY21" fmla="*/ 855573 h 5795027"/>
                <a:gd name="connsiteX22" fmla="*/ 4447989 w 4447989"/>
                <a:gd name="connsiteY22" fmla="*/ 2214048 h 5795027"/>
                <a:gd name="connsiteX0" fmla="*/ 4282900 w 4282900"/>
                <a:gd name="connsiteY0" fmla="*/ 2048959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3723546 w 4282900"/>
                <a:gd name="connsiteY21" fmla="*/ 855573 h 5795027"/>
                <a:gd name="connsiteX0" fmla="*/ 4248071 w 4282900"/>
                <a:gd name="connsiteY0" fmla="*/ 1519558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3723546 w 4282900"/>
                <a:gd name="connsiteY21" fmla="*/ 855573 h 5795027"/>
                <a:gd name="connsiteX0" fmla="*/ 4248071 w 4292243"/>
                <a:gd name="connsiteY0" fmla="*/ 1519558 h 5795027"/>
                <a:gd name="connsiteX1" fmla="*/ 4282900 w 4292243"/>
                <a:gd name="connsiteY1" fmla="*/ 2231503 h 5795027"/>
                <a:gd name="connsiteX2" fmla="*/ 4282900 w 4292243"/>
                <a:gd name="connsiteY2" fmla="*/ 2752557 h 5795027"/>
                <a:gd name="connsiteX3" fmla="*/ 4282900 w 4292243"/>
                <a:gd name="connsiteY3" fmla="*/ 3042471 h 5795027"/>
                <a:gd name="connsiteX4" fmla="*/ 4282900 w 4292243"/>
                <a:gd name="connsiteY4" fmla="*/ 3441681 h 5795027"/>
                <a:gd name="connsiteX5" fmla="*/ 4282900 w 4292243"/>
                <a:gd name="connsiteY5" fmla="*/ 3746068 h 5795027"/>
                <a:gd name="connsiteX6" fmla="*/ 3723546 w 4292243"/>
                <a:gd name="connsiteY6" fmla="*/ 4939455 h 5795027"/>
                <a:gd name="connsiteX7" fmla="*/ 2332829 w 4292243"/>
                <a:gd name="connsiteY7" fmla="*/ 5630311 h 5795027"/>
                <a:gd name="connsiteX8" fmla="*/ 2137940 w 4292243"/>
                <a:gd name="connsiteY8" fmla="*/ 5795027 h 5795027"/>
                <a:gd name="connsiteX9" fmla="*/ 1950069 w 4292243"/>
                <a:gd name="connsiteY9" fmla="*/ 5630311 h 5795027"/>
                <a:gd name="connsiteX10" fmla="*/ 559353 w 4292243"/>
                <a:gd name="connsiteY10" fmla="*/ 4939455 h 5795027"/>
                <a:gd name="connsiteX11" fmla="*/ 0 w 4292243"/>
                <a:gd name="connsiteY11" fmla="*/ 3746068 h 5795027"/>
                <a:gd name="connsiteX12" fmla="*/ 0 w 4292243"/>
                <a:gd name="connsiteY12" fmla="*/ 3441681 h 5795027"/>
                <a:gd name="connsiteX13" fmla="*/ 0 w 4292243"/>
                <a:gd name="connsiteY13" fmla="*/ 3042471 h 5795027"/>
                <a:gd name="connsiteX14" fmla="*/ 0 w 4292243"/>
                <a:gd name="connsiteY14" fmla="*/ 2752557 h 5795027"/>
                <a:gd name="connsiteX15" fmla="*/ 0 w 4292243"/>
                <a:gd name="connsiteY15" fmla="*/ 2231503 h 5795027"/>
                <a:gd name="connsiteX16" fmla="*/ 0 w 4292243"/>
                <a:gd name="connsiteY16" fmla="*/ 2048959 h 5795027"/>
                <a:gd name="connsiteX17" fmla="*/ 559354 w 4292243"/>
                <a:gd name="connsiteY17" fmla="*/ 855573 h 5795027"/>
                <a:gd name="connsiteX18" fmla="*/ 1950071 w 4292243"/>
                <a:gd name="connsiteY18" fmla="*/ 164715 h 5795027"/>
                <a:gd name="connsiteX19" fmla="*/ 2144960 w 4292243"/>
                <a:gd name="connsiteY19" fmla="*/ 0 h 5795027"/>
                <a:gd name="connsiteX20" fmla="*/ 2332832 w 4292243"/>
                <a:gd name="connsiteY20" fmla="*/ 164715 h 5795027"/>
                <a:gd name="connsiteX21" fmla="*/ 3723546 w 4292243"/>
                <a:gd name="connsiteY21" fmla="*/ 855573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3723546 w 4282900"/>
                <a:gd name="connsiteY21" fmla="*/ 855573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2144960 w 4282900"/>
                <a:gd name="connsiteY18" fmla="*/ 0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64279 w 4282900"/>
                <a:gd name="connsiteY17" fmla="*/ 1516418 h 5795027"/>
                <a:gd name="connsiteX18" fmla="*/ 559354 w 4282900"/>
                <a:gd name="connsiteY18" fmla="*/ 855573 h 5795027"/>
                <a:gd name="connsiteX19" fmla="*/ 2144960 w 4282900"/>
                <a:gd name="connsiteY19" fmla="*/ 0 h 5795027"/>
                <a:gd name="connsiteX0" fmla="*/ 4213242 w 4282900"/>
                <a:gd name="connsiteY0" fmla="*/ 657020 h 4939454"/>
                <a:gd name="connsiteX1" fmla="*/ 4282900 w 4282900"/>
                <a:gd name="connsiteY1" fmla="*/ 1375930 h 4939454"/>
                <a:gd name="connsiteX2" fmla="*/ 4282900 w 4282900"/>
                <a:gd name="connsiteY2" fmla="*/ 1896984 h 4939454"/>
                <a:gd name="connsiteX3" fmla="*/ 4282900 w 4282900"/>
                <a:gd name="connsiteY3" fmla="*/ 2186898 h 4939454"/>
                <a:gd name="connsiteX4" fmla="*/ 4282900 w 4282900"/>
                <a:gd name="connsiteY4" fmla="*/ 2586108 h 4939454"/>
                <a:gd name="connsiteX5" fmla="*/ 4282900 w 4282900"/>
                <a:gd name="connsiteY5" fmla="*/ 2890495 h 4939454"/>
                <a:gd name="connsiteX6" fmla="*/ 3723546 w 4282900"/>
                <a:gd name="connsiteY6" fmla="*/ 4083882 h 4939454"/>
                <a:gd name="connsiteX7" fmla="*/ 2332829 w 4282900"/>
                <a:gd name="connsiteY7" fmla="*/ 4774738 h 4939454"/>
                <a:gd name="connsiteX8" fmla="*/ 2137940 w 4282900"/>
                <a:gd name="connsiteY8" fmla="*/ 4939454 h 4939454"/>
                <a:gd name="connsiteX9" fmla="*/ 1950069 w 4282900"/>
                <a:gd name="connsiteY9" fmla="*/ 4774738 h 4939454"/>
                <a:gd name="connsiteX10" fmla="*/ 559353 w 4282900"/>
                <a:gd name="connsiteY10" fmla="*/ 4083882 h 4939454"/>
                <a:gd name="connsiteX11" fmla="*/ 0 w 4282900"/>
                <a:gd name="connsiteY11" fmla="*/ 2890495 h 4939454"/>
                <a:gd name="connsiteX12" fmla="*/ 0 w 4282900"/>
                <a:gd name="connsiteY12" fmla="*/ 2586108 h 4939454"/>
                <a:gd name="connsiteX13" fmla="*/ 0 w 4282900"/>
                <a:gd name="connsiteY13" fmla="*/ 2186898 h 4939454"/>
                <a:gd name="connsiteX14" fmla="*/ 0 w 4282900"/>
                <a:gd name="connsiteY14" fmla="*/ 1896984 h 4939454"/>
                <a:gd name="connsiteX15" fmla="*/ 0 w 4282900"/>
                <a:gd name="connsiteY15" fmla="*/ 1375930 h 4939454"/>
                <a:gd name="connsiteX16" fmla="*/ 0 w 4282900"/>
                <a:gd name="connsiteY16" fmla="*/ 1193386 h 4939454"/>
                <a:gd name="connsiteX17" fmla="*/ 64279 w 4282900"/>
                <a:gd name="connsiteY17" fmla="*/ 660845 h 4939454"/>
                <a:gd name="connsiteX18" fmla="*/ 559354 w 4282900"/>
                <a:gd name="connsiteY18" fmla="*/ 0 h 4939454"/>
                <a:gd name="connsiteX0" fmla="*/ 4213242 w 4282900"/>
                <a:gd name="connsiteY0" fmla="*/ 0 h 4282434"/>
                <a:gd name="connsiteX1" fmla="*/ 4282900 w 4282900"/>
                <a:gd name="connsiteY1" fmla="*/ 718910 h 4282434"/>
                <a:gd name="connsiteX2" fmla="*/ 4282900 w 4282900"/>
                <a:gd name="connsiteY2" fmla="*/ 1239964 h 4282434"/>
                <a:gd name="connsiteX3" fmla="*/ 4282900 w 4282900"/>
                <a:gd name="connsiteY3" fmla="*/ 1529878 h 4282434"/>
                <a:gd name="connsiteX4" fmla="*/ 4282900 w 4282900"/>
                <a:gd name="connsiteY4" fmla="*/ 1929088 h 4282434"/>
                <a:gd name="connsiteX5" fmla="*/ 4282900 w 4282900"/>
                <a:gd name="connsiteY5" fmla="*/ 2233475 h 4282434"/>
                <a:gd name="connsiteX6" fmla="*/ 3723546 w 4282900"/>
                <a:gd name="connsiteY6" fmla="*/ 3426862 h 4282434"/>
                <a:gd name="connsiteX7" fmla="*/ 2332829 w 4282900"/>
                <a:gd name="connsiteY7" fmla="*/ 4117718 h 4282434"/>
                <a:gd name="connsiteX8" fmla="*/ 2137940 w 4282900"/>
                <a:gd name="connsiteY8" fmla="*/ 4282434 h 4282434"/>
                <a:gd name="connsiteX9" fmla="*/ 1950069 w 4282900"/>
                <a:gd name="connsiteY9" fmla="*/ 4117718 h 4282434"/>
                <a:gd name="connsiteX10" fmla="*/ 559353 w 4282900"/>
                <a:gd name="connsiteY10" fmla="*/ 3426862 h 4282434"/>
                <a:gd name="connsiteX11" fmla="*/ 0 w 4282900"/>
                <a:gd name="connsiteY11" fmla="*/ 2233475 h 4282434"/>
                <a:gd name="connsiteX12" fmla="*/ 0 w 4282900"/>
                <a:gd name="connsiteY12" fmla="*/ 1929088 h 4282434"/>
                <a:gd name="connsiteX13" fmla="*/ 0 w 4282900"/>
                <a:gd name="connsiteY13" fmla="*/ 1529878 h 4282434"/>
                <a:gd name="connsiteX14" fmla="*/ 0 w 4282900"/>
                <a:gd name="connsiteY14" fmla="*/ 1239964 h 4282434"/>
                <a:gd name="connsiteX15" fmla="*/ 0 w 4282900"/>
                <a:gd name="connsiteY15" fmla="*/ 718910 h 4282434"/>
                <a:gd name="connsiteX16" fmla="*/ 0 w 4282900"/>
                <a:gd name="connsiteY16" fmla="*/ 536366 h 4282434"/>
                <a:gd name="connsiteX17" fmla="*/ 64279 w 4282900"/>
                <a:gd name="connsiteY17" fmla="*/ 3825 h 4282434"/>
                <a:gd name="connsiteX0" fmla="*/ 4213242 w 4282900"/>
                <a:gd name="connsiteY0" fmla="*/ 0 h 4282434"/>
                <a:gd name="connsiteX1" fmla="*/ 4282900 w 4282900"/>
                <a:gd name="connsiteY1" fmla="*/ 718910 h 4282434"/>
                <a:gd name="connsiteX2" fmla="*/ 4282900 w 4282900"/>
                <a:gd name="connsiteY2" fmla="*/ 1239964 h 4282434"/>
                <a:gd name="connsiteX3" fmla="*/ 4282900 w 4282900"/>
                <a:gd name="connsiteY3" fmla="*/ 1529878 h 4282434"/>
                <a:gd name="connsiteX4" fmla="*/ 4282900 w 4282900"/>
                <a:gd name="connsiteY4" fmla="*/ 1929088 h 4282434"/>
                <a:gd name="connsiteX5" fmla="*/ 4282900 w 4282900"/>
                <a:gd name="connsiteY5" fmla="*/ 2233475 h 4282434"/>
                <a:gd name="connsiteX6" fmla="*/ 3723546 w 4282900"/>
                <a:gd name="connsiteY6" fmla="*/ 3426862 h 4282434"/>
                <a:gd name="connsiteX7" fmla="*/ 2332829 w 4282900"/>
                <a:gd name="connsiteY7" fmla="*/ 4117718 h 4282434"/>
                <a:gd name="connsiteX8" fmla="*/ 2137940 w 4282900"/>
                <a:gd name="connsiteY8" fmla="*/ 4282434 h 4282434"/>
                <a:gd name="connsiteX9" fmla="*/ 1950069 w 4282900"/>
                <a:gd name="connsiteY9" fmla="*/ 4117718 h 4282434"/>
                <a:gd name="connsiteX10" fmla="*/ 559353 w 4282900"/>
                <a:gd name="connsiteY10" fmla="*/ 3426862 h 4282434"/>
                <a:gd name="connsiteX11" fmla="*/ 0 w 4282900"/>
                <a:gd name="connsiteY11" fmla="*/ 2233475 h 4282434"/>
                <a:gd name="connsiteX12" fmla="*/ 0 w 4282900"/>
                <a:gd name="connsiteY12" fmla="*/ 1929088 h 4282434"/>
                <a:gd name="connsiteX13" fmla="*/ 0 w 4282900"/>
                <a:gd name="connsiteY13" fmla="*/ 1529878 h 4282434"/>
                <a:gd name="connsiteX14" fmla="*/ 0 w 4282900"/>
                <a:gd name="connsiteY14" fmla="*/ 1239964 h 4282434"/>
                <a:gd name="connsiteX15" fmla="*/ 0 w 4282900"/>
                <a:gd name="connsiteY15" fmla="*/ 718910 h 4282434"/>
                <a:gd name="connsiteX16" fmla="*/ 0 w 4282900"/>
                <a:gd name="connsiteY16" fmla="*/ 536366 h 4282434"/>
                <a:gd name="connsiteX17" fmla="*/ 64279 w 4282900"/>
                <a:gd name="connsiteY17" fmla="*/ 3825 h 428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282900" h="4282434">
                  <a:moveTo>
                    <a:pt x="4213242" y="0"/>
                  </a:moveTo>
                  <a:cubicBezTo>
                    <a:pt x="4294511" y="306972"/>
                    <a:pt x="4271290" y="481595"/>
                    <a:pt x="4282900" y="718910"/>
                  </a:cubicBezTo>
                  <a:lnTo>
                    <a:pt x="4282900" y="1239964"/>
                  </a:lnTo>
                  <a:lnTo>
                    <a:pt x="4282900" y="1529878"/>
                  </a:lnTo>
                  <a:lnTo>
                    <a:pt x="4282900" y="1929088"/>
                  </a:lnTo>
                  <a:lnTo>
                    <a:pt x="4282900" y="2233475"/>
                  </a:lnTo>
                  <a:cubicBezTo>
                    <a:pt x="4282900" y="2849584"/>
                    <a:pt x="4108103" y="3157966"/>
                    <a:pt x="3723546" y="3426862"/>
                  </a:cubicBezTo>
                  <a:cubicBezTo>
                    <a:pt x="3323617" y="3658565"/>
                    <a:pt x="2798672" y="3757725"/>
                    <a:pt x="2332829" y="4117718"/>
                  </a:cubicBezTo>
                  <a:lnTo>
                    <a:pt x="2137940" y="4282434"/>
                  </a:lnTo>
                  <a:lnTo>
                    <a:pt x="1950069" y="4117718"/>
                  </a:lnTo>
                  <a:cubicBezTo>
                    <a:pt x="1484225" y="3757725"/>
                    <a:pt x="959280" y="3658565"/>
                    <a:pt x="559353" y="3426862"/>
                  </a:cubicBezTo>
                  <a:cubicBezTo>
                    <a:pt x="174796" y="3157966"/>
                    <a:pt x="0" y="2849584"/>
                    <a:pt x="0" y="2233475"/>
                  </a:cubicBezTo>
                  <a:lnTo>
                    <a:pt x="0" y="1929088"/>
                  </a:lnTo>
                  <a:lnTo>
                    <a:pt x="0" y="1529878"/>
                  </a:lnTo>
                  <a:lnTo>
                    <a:pt x="0" y="1239964"/>
                  </a:lnTo>
                  <a:lnTo>
                    <a:pt x="0" y="718910"/>
                  </a:lnTo>
                  <a:lnTo>
                    <a:pt x="0" y="536366"/>
                  </a:lnTo>
                  <a:cubicBezTo>
                    <a:pt x="10713" y="417185"/>
                    <a:pt x="19813" y="133066"/>
                    <a:pt x="64279" y="3825"/>
                  </a:cubicBezTo>
                </a:path>
              </a:pathLst>
            </a:custGeom>
            <a:noFill/>
            <a:ln w="25400" cap="rnd">
              <a:solidFill>
                <a:schemeClr val="bg2">
                  <a:lumMod val="75000"/>
                  <a:alpha val="6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D91493C-6480-4A3F-8836-1727CBA3C849}"/>
                </a:ext>
              </a:extLst>
            </p:cNvPr>
            <p:cNvSpPr/>
            <p:nvPr/>
          </p:nvSpPr>
          <p:spPr>
            <a:xfrm>
              <a:off x="10536649" y="1823190"/>
              <a:ext cx="1654608" cy="3209758"/>
            </a:xfrm>
            <a:custGeom>
              <a:avLst/>
              <a:gdLst>
                <a:gd name="connsiteX0" fmla="*/ 2144960 w 4282900"/>
                <a:gd name="connsiteY0" fmla="*/ 0 h 5795027"/>
                <a:gd name="connsiteX1" fmla="*/ 2332832 w 4282900"/>
                <a:gd name="connsiteY1" fmla="*/ 164715 h 5795027"/>
                <a:gd name="connsiteX2" fmla="*/ 3723546 w 4282900"/>
                <a:gd name="connsiteY2" fmla="*/ 855573 h 5795027"/>
                <a:gd name="connsiteX3" fmla="*/ 4282900 w 4282900"/>
                <a:gd name="connsiteY3" fmla="*/ 2048959 h 5795027"/>
                <a:gd name="connsiteX4" fmla="*/ 4282900 w 4282900"/>
                <a:gd name="connsiteY4" fmla="*/ 2231503 h 5795027"/>
                <a:gd name="connsiteX5" fmla="*/ 4282900 w 4282900"/>
                <a:gd name="connsiteY5" fmla="*/ 2752557 h 5795027"/>
                <a:gd name="connsiteX6" fmla="*/ 4282900 w 4282900"/>
                <a:gd name="connsiteY6" fmla="*/ 3042471 h 5795027"/>
                <a:gd name="connsiteX7" fmla="*/ 4282900 w 4282900"/>
                <a:gd name="connsiteY7" fmla="*/ 3441681 h 5795027"/>
                <a:gd name="connsiteX8" fmla="*/ 4282900 w 4282900"/>
                <a:gd name="connsiteY8" fmla="*/ 3746068 h 5795027"/>
                <a:gd name="connsiteX9" fmla="*/ 3723546 w 4282900"/>
                <a:gd name="connsiteY9" fmla="*/ 4939455 h 5795027"/>
                <a:gd name="connsiteX10" fmla="*/ 2332829 w 4282900"/>
                <a:gd name="connsiteY10" fmla="*/ 5630311 h 5795027"/>
                <a:gd name="connsiteX11" fmla="*/ 2137940 w 4282900"/>
                <a:gd name="connsiteY11" fmla="*/ 5795027 h 5795027"/>
                <a:gd name="connsiteX12" fmla="*/ 1950069 w 4282900"/>
                <a:gd name="connsiteY12" fmla="*/ 5630311 h 5795027"/>
                <a:gd name="connsiteX13" fmla="*/ 559353 w 4282900"/>
                <a:gd name="connsiteY13" fmla="*/ 4939455 h 5795027"/>
                <a:gd name="connsiteX14" fmla="*/ 0 w 4282900"/>
                <a:gd name="connsiteY14" fmla="*/ 3746068 h 5795027"/>
                <a:gd name="connsiteX15" fmla="*/ 0 w 4282900"/>
                <a:gd name="connsiteY15" fmla="*/ 3441681 h 5795027"/>
                <a:gd name="connsiteX16" fmla="*/ 0 w 4282900"/>
                <a:gd name="connsiteY16" fmla="*/ 3042471 h 5795027"/>
                <a:gd name="connsiteX17" fmla="*/ 0 w 4282900"/>
                <a:gd name="connsiteY17" fmla="*/ 2752557 h 5795027"/>
                <a:gd name="connsiteX18" fmla="*/ 0 w 4282900"/>
                <a:gd name="connsiteY18" fmla="*/ 2231503 h 5795027"/>
                <a:gd name="connsiteX19" fmla="*/ 0 w 4282900"/>
                <a:gd name="connsiteY19" fmla="*/ 2048959 h 5795027"/>
                <a:gd name="connsiteX20" fmla="*/ 559354 w 4282900"/>
                <a:gd name="connsiteY20" fmla="*/ 855573 h 5795027"/>
                <a:gd name="connsiteX21" fmla="*/ 1950071 w 4282900"/>
                <a:gd name="connsiteY21" fmla="*/ 164715 h 5795027"/>
                <a:gd name="connsiteX0" fmla="*/ 2144960 w 4282900"/>
                <a:gd name="connsiteY0" fmla="*/ 0 h 5795027"/>
                <a:gd name="connsiteX1" fmla="*/ 2332832 w 4282900"/>
                <a:gd name="connsiteY1" fmla="*/ 164715 h 5795027"/>
                <a:gd name="connsiteX2" fmla="*/ 2976290 w 4282900"/>
                <a:gd name="connsiteY2" fmla="*/ 524033 h 5795027"/>
                <a:gd name="connsiteX3" fmla="*/ 3723546 w 4282900"/>
                <a:gd name="connsiteY3" fmla="*/ 855573 h 5795027"/>
                <a:gd name="connsiteX4" fmla="*/ 4282900 w 4282900"/>
                <a:gd name="connsiteY4" fmla="*/ 2048959 h 5795027"/>
                <a:gd name="connsiteX5" fmla="*/ 4282900 w 4282900"/>
                <a:gd name="connsiteY5" fmla="*/ 2231503 h 5795027"/>
                <a:gd name="connsiteX6" fmla="*/ 4282900 w 4282900"/>
                <a:gd name="connsiteY6" fmla="*/ 2752557 h 5795027"/>
                <a:gd name="connsiteX7" fmla="*/ 4282900 w 4282900"/>
                <a:gd name="connsiteY7" fmla="*/ 3042471 h 5795027"/>
                <a:gd name="connsiteX8" fmla="*/ 4282900 w 4282900"/>
                <a:gd name="connsiteY8" fmla="*/ 3441681 h 5795027"/>
                <a:gd name="connsiteX9" fmla="*/ 4282900 w 4282900"/>
                <a:gd name="connsiteY9" fmla="*/ 3746068 h 5795027"/>
                <a:gd name="connsiteX10" fmla="*/ 3723546 w 4282900"/>
                <a:gd name="connsiteY10" fmla="*/ 4939455 h 5795027"/>
                <a:gd name="connsiteX11" fmla="*/ 2332829 w 4282900"/>
                <a:gd name="connsiteY11" fmla="*/ 5630311 h 5795027"/>
                <a:gd name="connsiteX12" fmla="*/ 2137940 w 4282900"/>
                <a:gd name="connsiteY12" fmla="*/ 5795027 h 5795027"/>
                <a:gd name="connsiteX13" fmla="*/ 1950069 w 4282900"/>
                <a:gd name="connsiteY13" fmla="*/ 5630311 h 5795027"/>
                <a:gd name="connsiteX14" fmla="*/ 559353 w 4282900"/>
                <a:gd name="connsiteY14" fmla="*/ 4939455 h 5795027"/>
                <a:gd name="connsiteX15" fmla="*/ 0 w 4282900"/>
                <a:gd name="connsiteY15" fmla="*/ 3746068 h 5795027"/>
                <a:gd name="connsiteX16" fmla="*/ 0 w 4282900"/>
                <a:gd name="connsiteY16" fmla="*/ 3441681 h 5795027"/>
                <a:gd name="connsiteX17" fmla="*/ 0 w 4282900"/>
                <a:gd name="connsiteY17" fmla="*/ 3042471 h 5795027"/>
                <a:gd name="connsiteX18" fmla="*/ 0 w 4282900"/>
                <a:gd name="connsiteY18" fmla="*/ 2752557 h 5795027"/>
                <a:gd name="connsiteX19" fmla="*/ 0 w 4282900"/>
                <a:gd name="connsiteY19" fmla="*/ 2231503 h 5795027"/>
                <a:gd name="connsiteX20" fmla="*/ 0 w 4282900"/>
                <a:gd name="connsiteY20" fmla="*/ 2048959 h 5795027"/>
                <a:gd name="connsiteX21" fmla="*/ 559354 w 4282900"/>
                <a:gd name="connsiteY21" fmla="*/ 855573 h 5795027"/>
                <a:gd name="connsiteX22" fmla="*/ 1950071 w 4282900"/>
                <a:gd name="connsiteY22" fmla="*/ 164715 h 5795027"/>
                <a:gd name="connsiteX23" fmla="*/ 2144960 w 4282900"/>
                <a:gd name="connsiteY23" fmla="*/ 0 h 5795027"/>
                <a:gd name="connsiteX0" fmla="*/ 3723546 w 4282900"/>
                <a:gd name="connsiteY0" fmla="*/ 855573 h 5795027"/>
                <a:gd name="connsiteX1" fmla="*/ 4282900 w 4282900"/>
                <a:gd name="connsiteY1" fmla="*/ 2048959 h 5795027"/>
                <a:gd name="connsiteX2" fmla="*/ 4282900 w 4282900"/>
                <a:gd name="connsiteY2" fmla="*/ 2231503 h 5795027"/>
                <a:gd name="connsiteX3" fmla="*/ 4282900 w 4282900"/>
                <a:gd name="connsiteY3" fmla="*/ 2752557 h 5795027"/>
                <a:gd name="connsiteX4" fmla="*/ 4282900 w 4282900"/>
                <a:gd name="connsiteY4" fmla="*/ 3042471 h 5795027"/>
                <a:gd name="connsiteX5" fmla="*/ 4282900 w 4282900"/>
                <a:gd name="connsiteY5" fmla="*/ 3441681 h 5795027"/>
                <a:gd name="connsiteX6" fmla="*/ 4282900 w 4282900"/>
                <a:gd name="connsiteY6" fmla="*/ 3746068 h 5795027"/>
                <a:gd name="connsiteX7" fmla="*/ 3723546 w 4282900"/>
                <a:gd name="connsiteY7" fmla="*/ 4939455 h 5795027"/>
                <a:gd name="connsiteX8" fmla="*/ 2332829 w 4282900"/>
                <a:gd name="connsiteY8" fmla="*/ 5630311 h 5795027"/>
                <a:gd name="connsiteX9" fmla="*/ 2137940 w 4282900"/>
                <a:gd name="connsiteY9" fmla="*/ 5795027 h 5795027"/>
                <a:gd name="connsiteX10" fmla="*/ 1950069 w 4282900"/>
                <a:gd name="connsiteY10" fmla="*/ 5630311 h 5795027"/>
                <a:gd name="connsiteX11" fmla="*/ 559353 w 4282900"/>
                <a:gd name="connsiteY11" fmla="*/ 4939455 h 5795027"/>
                <a:gd name="connsiteX12" fmla="*/ 0 w 4282900"/>
                <a:gd name="connsiteY12" fmla="*/ 3746068 h 5795027"/>
                <a:gd name="connsiteX13" fmla="*/ 0 w 4282900"/>
                <a:gd name="connsiteY13" fmla="*/ 3441681 h 5795027"/>
                <a:gd name="connsiteX14" fmla="*/ 0 w 4282900"/>
                <a:gd name="connsiteY14" fmla="*/ 3042471 h 5795027"/>
                <a:gd name="connsiteX15" fmla="*/ 0 w 4282900"/>
                <a:gd name="connsiteY15" fmla="*/ 2752557 h 5795027"/>
                <a:gd name="connsiteX16" fmla="*/ 0 w 4282900"/>
                <a:gd name="connsiteY16" fmla="*/ 2231503 h 5795027"/>
                <a:gd name="connsiteX17" fmla="*/ 0 w 4282900"/>
                <a:gd name="connsiteY17" fmla="*/ 2048959 h 5795027"/>
                <a:gd name="connsiteX18" fmla="*/ 559354 w 4282900"/>
                <a:gd name="connsiteY18" fmla="*/ 855573 h 5795027"/>
                <a:gd name="connsiteX19" fmla="*/ 1950071 w 4282900"/>
                <a:gd name="connsiteY19" fmla="*/ 164715 h 5795027"/>
                <a:gd name="connsiteX20" fmla="*/ 2144960 w 4282900"/>
                <a:gd name="connsiteY20" fmla="*/ 0 h 5795027"/>
                <a:gd name="connsiteX21" fmla="*/ 2332832 w 4282900"/>
                <a:gd name="connsiteY21" fmla="*/ 164715 h 5795027"/>
                <a:gd name="connsiteX22" fmla="*/ 2976290 w 4282900"/>
                <a:gd name="connsiteY22" fmla="*/ 524033 h 5795027"/>
                <a:gd name="connsiteX23" fmla="*/ 3888635 w 4282900"/>
                <a:gd name="connsiteY23" fmla="*/ 1020662 h 5795027"/>
                <a:gd name="connsiteX0" fmla="*/ 4282900 w 4282900"/>
                <a:gd name="connsiteY0" fmla="*/ 2048959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2976290 w 4282900"/>
                <a:gd name="connsiteY21" fmla="*/ 524033 h 5795027"/>
                <a:gd name="connsiteX22" fmla="*/ 3888635 w 4282900"/>
                <a:gd name="connsiteY22" fmla="*/ 1020662 h 5795027"/>
                <a:gd name="connsiteX0" fmla="*/ 4282900 w 4282900"/>
                <a:gd name="connsiteY0" fmla="*/ 2048959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2976290 w 4282900"/>
                <a:gd name="connsiteY21" fmla="*/ 524033 h 5795027"/>
                <a:gd name="connsiteX0" fmla="*/ 4282900 w 4282900"/>
                <a:gd name="connsiteY0" fmla="*/ 2231503 h 5795027"/>
                <a:gd name="connsiteX1" fmla="*/ 4282900 w 4282900"/>
                <a:gd name="connsiteY1" fmla="*/ 2752557 h 5795027"/>
                <a:gd name="connsiteX2" fmla="*/ 4282900 w 4282900"/>
                <a:gd name="connsiteY2" fmla="*/ 3042471 h 5795027"/>
                <a:gd name="connsiteX3" fmla="*/ 4282900 w 4282900"/>
                <a:gd name="connsiteY3" fmla="*/ 3441681 h 5795027"/>
                <a:gd name="connsiteX4" fmla="*/ 4282900 w 4282900"/>
                <a:gd name="connsiteY4" fmla="*/ 3746068 h 5795027"/>
                <a:gd name="connsiteX5" fmla="*/ 3723546 w 4282900"/>
                <a:gd name="connsiteY5" fmla="*/ 4939455 h 5795027"/>
                <a:gd name="connsiteX6" fmla="*/ 2332829 w 4282900"/>
                <a:gd name="connsiteY6" fmla="*/ 5630311 h 5795027"/>
                <a:gd name="connsiteX7" fmla="*/ 2137940 w 4282900"/>
                <a:gd name="connsiteY7" fmla="*/ 5795027 h 5795027"/>
                <a:gd name="connsiteX8" fmla="*/ 1950069 w 4282900"/>
                <a:gd name="connsiteY8" fmla="*/ 5630311 h 5795027"/>
                <a:gd name="connsiteX9" fmla="*/ 559353 w 4282900"/>
                <a:gd name="connsiteY9" fmla="*/ 4939455 h 5795027"/>
                <a:gd name="connsiteX10" fmla="*/ 0 w 4282900"/>
                <a:gd name="connsiteY10" fmla="*/ 3746068 h 5795027"/>
                <a:gd name="connsiteX11" fmla="*/ 0 w 4282900"/>
                <a:gd name="connsiteY11" fmla="*/ 3441681 h 5795027"/>
                <a:gd name="connsiteX12" fmla="*/ 0 w 4282900"/>
                <a:gd name="connsiteY12" fmla="*/ 3042471 h 5795027"/>
                <a:gd name="connsiteX13" fmla="*/ 0 w 4282900"/>
                <a:gd name="connsiteY13" fmla="*/ 2752557 h 5795027"/>
                <a:gd name="connsiteX14" fmla="*/ 0 w 4282900"/>
                <a:gd name="connsiteY14" fmla="*/ 2231503 h 5795027"/>
                <a:gd name="connsiteX15" fmla="*/ 0 w 4282900"/>
                <a:gd name="connsiteY15" fmla="*/ 2048959 h 5795027"/>
                <a:gd name="connsiteX16" fmla="*/ 559354 w 4282900"/>
                <a:gd name="connsiteY16" fmla="*/ 855573 h 5795027"/>
                <a:gd name="connsiteX17" fmla="*/ 1950071 w 4282900"/>
                <a:gd name="connsiteY17" fmla="*/ 164715 h 5795027"/>
                <a:gd name="connsiteX18" fmla="*/ 2144960 w 4282900"/>
                <a:gd name="connsiteY18" fmla="*/ 0 h 5795027"/>
                <a:gd name="connsiteX19" fmla="*/ 2332832 w 4282900"/>
                <a:gd name="connsiteY19" fmla="*/ 164715 h 5795027"/>
                <a:gd name="connsiteX20" fmla="*/ 2976290 w 4282900"/>
                <a:gd name="connsiteY20" fmla="*/ 524033 h 5795027"/>
                <a:gd name="connsiteX0" fmla="*/ 4282900 w 4282900"/>
                <a:gd name="connsiteY0" fmla="*/ 2752557 h 5795027"/>
                <a:gd name="connsiteX1" fmla="*/ 4282900 w 4282900"/>
                <a:gd name="connsiteY1" fmla="*/ 3042471 h 5795027"/>
                <a:gd name="connsiteX2" fmla="*/ 4282900 w 4282900"/>
                <a:gd name="connsiteY2" fmla="*/ 3441681 h 5795027"/>
                <a:gd name="connsiteX3" fmla="*/ 4282900 w 4282900"/>
                <a:gd name="connsiteY3" fmla="*/ 3746068 h 5795027"/>
                <a:gd name="connsiteX4" fmla="*/ 3723546 w 4282900"/>
                <a:gd name="connsiteY4" fmla="*/ 4939455 h 5795027"/>
                <a:gd name="connsiteX5" fmla="*/ 2332829 w 4282900"/>
                <a:gd name="connsiteY5" fmla="*/ 5630311 h 5795027"/>
                <a:gd name="connsiteX6" fmla="*/ 2137940 w 4282900"/>
                <a:gd name="connsiteY6" fmla="*/ 5795027 h 5795027"/>
                <a:gd name="connsiteX7" fmla="*/ 1950069 w 4282900"/>
                <a:gd name="connsiteY7" fmla="*/ 5630311 h 5795027"/>
                <a:gd name="connsiteX8" fmla="*/ 559353 w 4282900"/>
                <a:gd name="connsiteY8" fmla="*/ 4939455 h 5795027"/>
                <a:gd name="connsiteX9" fmla="*/ 0 w 4282900"/>
                <a:gd name="connsiteY9" fmla="*/ 3746068 h 5795027"/>
                <a:gd name="connsiteX10" fmla="*/ 0 w 4282900"/>
                <a:gd name="connsiteY10" fmla="*/ 3441681 h 5795027"/>
                <a:gd name="connsiteX11" fmla="*/ 0 w 4282900"/>
                <a:gd name="connsiteY11" fmla="*/ 3042471 h 5795027"/>
                <a:gd name="connsiteX12" fmla="*/ 0 w 4282900"/>
                <a:gd name="connsiteY12" fmla="*/ 2752557 h 5795027"/>
                <a:gd name="connsiteX13" fmla="*/ 0 w 4282900"/>
                <a:gd name="connsiteY13" fmla="*/ 2231503 h 5795027"/>
                <a:gd name="connsiteX14" fmla="*/ 0 w 4282900"/>
                <a:gd name="connsiteY14" fmla="*/ 2048959 h 5795027"/>
                <a:gd name="connsiteX15" fmla="*/ 559354 w 4282900"/>
                <a:gd name="connsiteY15" fmla="*/ 855573 h 5795027"/>
                <a:gd name="connsiteX16" fmla="*/ 1950071 w 4282900"/>
                <a:gd name="connsiteY16" fmla="*/ 164715 h 5795027"/>
                <a:gd name="connsiteX17" fmla="*/ 2144960 w 4282900"/>
                <a:gd name="connsiteY17" fmla="*/ 0 h 5795027"/>
                <a:gd name="connsiteX18" fmla="*/ 2332832 w 4282900"/>
                <a:gd name="connsiteY18" fmla="*/ 164715 h 5795027"/>
                <a:gd name="connsiteX19" fmla="*/ 2976290 w 4282900"/>
                <a:gd name="connsiteY19" fmla="*/ 524033 h 5795027"/>
                <a:gd name="connsiteX0" fmla="*/ 4282900 w 4282900"/>
                <a:gd name="connsiteY0" fmla="*/ 3042471 h 5795027"/>
                <a:gd name="connsiteX1" fmla="*/ 4282900 w 4282900"/>
                <a:gd name="connsiteY1" fmla="*/ 3441681 h 5795027"/>
                <a:gd name="connsiteX2" fmla="*/ 4282900 w 4282900"/>
                <a:gd name="connsiteY2" fmla="*/ 3746068 h 5795027"/>
                <a:gd name="connsiteX3" fmla="*/ 3723546 w 4282900"/>
                <a:gd name="connsiteY3" fmla="*/ 4939455 h 5795027"/>
                <a:gd name="connsiteX4" fmla="*/ 2332829 w 4282900"/>
                <a:gd name="connsiteY4" fmla="*/ 5630311 h 5795027"/>
                <a:gd name="connsiteX5" fmla="*/ 2137940 w 4282900"/>
                <a:gd name="connsiteY5" fmla="*/ 5795027 h 5795027"/>
                <a:gd name="connsiteX6" fmla="*/ 1950069 w 4282900"/>
                <a:gd name="connsiteY6" fmla="*/ 5630311 h 5795027"/>
                <a:gd name="connsiteX7" fmla="*/ 559353 w 4282900"/>
                <a:gd name="connsiteY7" fmla="*/ 4939455 h 5795027"/>
                <a:gd name="connsiteX8" fmla="*/ 0 w 4282900"/>
                <a:gd name="connsiteY8" fmla="*/ 3746068 h 5795027"/>
                <a:gd name="connsiteX9" fmla="*/ 0 w 4282900"/>
                <a:gd name="connsiteY9" fmla="*/ 3441681 h 5795027"/>
                <a:gd name="connsiteX10" fmla="*/ 0 w 4282900"/>
                <a:gd name="connsiteY10" fmla="*/ 3042471 h 5795027"/>
                <a:gd name="connsiteX11" fmla="*/ 0 w 4282900"/>
                <a:gd name="connsiteY11" fmla="*/ 2752557 h 5795027"/>
                <a:gd name="connsiteX12" fmla="*/ 0 w 4282900"/>
                <a:gd name="connsiteY12" fmla="*/ 2231503 h 5795027"/>
                <a:gd name="connsiteX13" fmla="*/ 0 w 4282900"/>
                <a:gd name="connsiteY13" fmla="*/ 2048959 h 5795027"/>
                <a:gd name="connsiteX14" fmla="*/ 559354 w 4282900"/>
                <a:gd name="connsiteY14" fmla="*/ 855573 h 5795027"/>
                <a:gd name="connsiteX15" fmla="*/ 1950071 w 4282900"/>
                <a:gd name="connsiteY15" fmla="*/ 164715 h 5795027"/>
                <a:gd name="connsiteX16" fmla="*/ 2144960 w 4282900"/>
                <a:gd name="connsiteY16" fmla="*/ 0 h 5795027"/>
                <a:gd name="connsiteX17" fmla="*/ 2332832 w 4282900"/>
                <a:gd name="connsiteY17" fmla="*/ 164715 h 5795027"/>
                <a:gd name="connsiteX18" fmla="*/ 2976290 w 4282900"/>
                <a:gd name="connsiteY18" fmla="*/ 524033 h 5795027"/>
                <a:gd name="connsiteX0" fmla="*/ 4282900 w 4282900"/>
                <a:gd name="connsiteY0" fmla="*/ 3441681 h 5795027"/>
                <a:gd name="connsiteX1" fmla="*/ 4282900 w 4282900"/>
                <a:gd name="connsiteY1" fmla="*/ 3746068 h 5795027"/>
                <a:gd name="connsiteX2" fmla="*/ 3723546 w 4282900"/>
                <a:gd name="connsiteY2" fmla="*/ 4939455 h 5795027"/>
                <a:gd name="connsiteX3" fmla="*/ 2332829 w 4282900"/>
                <a:gd name="connsiteY3" fmla="*/ 5630311 h 5795027"/>
                <a:gd name="connsiteX4" fmla="*/ 2137940 w 4282900"/>
                <a:gd name="connsiteY4" fmla="*/ 5795027 h 5795027"/>
                <a:gd name="connsiteX5" fmla="*/ 1950069 w 4282900"/>
                <a:gd name="connsiteY5" fmla="*/ 5630311 h 5795027"/>
                <a:gd name="connsiteX6" fmla="*/ 559353 w 4282900"/>
                <a:gd name="connsiteY6" fmla="*/ 4939455 h 5795027"/>
                <a:gd name="connsiteX7" fmla="*/ 0 w 4282900"/>
                <a:gd name="connsiteY7" fmla="*/ 3746068 h 5795027"/>
                <a:gd name="connsiteX8" fmla="*/ 0 w 4282900"/>
                <a:gd name="connsiteY8" fmla="*/ 3441681 h 5795027"/>
                <a:gd name="connsiteX9" fmla="*/ 0 w 4282900"/>
                <a:gd name="connsiteY9" fmla="*/ 3042471 h 5795027"/>
                <a:gd name="connsiteX10" fmla="*/ 0 w 4282900"/>
                <a:gd name="connsiteY10" fmla="*/ 2752557 h 5795027"/>
                <a:gd name="connsiteX11" fmla="*/ 0 w 4282900"/>
                <a:gd name="connsiteY11" fmla="*/ 2231503 h 5795027"/>
                <a:gd name="connsiteX12" fmla="*/ 0 w 4282900"/>
                <a:gd name="connsiteY12" fmla="*/ 2048959 h 5795027"/>
                <a:gd name="connsiteX13" fmla="*/ 559354 w 4282900"/>
                <a:gd name="connsiteY13" fmla="*/ 855573 h 5795027"/>
                <a:gd name="connsiteX14" fmla="*/ 1950071 w 4282900"/>
                <a:gd name="connsiteY14" fmla="*/ 164715 h 5795027"/>
                <a:gd name="connsiteX15" fmla="*/ 2144960 w 4282900"/>
                <a:gd name="connsiteY15" fmla="*/ 0 h 5795027"/>
                <a:gd name="connsiteX16" fmla="*/ 2332832 w 4282900"/>
                <a:gd name="connsiteY16" fmla="*/ 164715 h 5795027"/>
                <a:gd name="connsiteX17" fmla="*/ 2976290 w 4282900"/>
                <a:gd name="connsiteY17" fmla="*/ 524033 h 5795027"/>
                <a:gd name="connsiteX0" fmla="*/ 4282900 w 4282900"/>
                <a:gd name="connsiteY0" fmla="*/ 3441681 h 5795027"/>
                <a:gd name="connsiteX1" fmla="*/ 3723546 w 4282900"/>
                <a:gd name="connsiteY1" fmla="*/ 4939455 h 5795027"/>
                <a:gd name="connsiteX2" fmla="*/ 2332829 w 4282900"/>
                <a:gd name="connsiteY2" fmla="*/ 5630311 h 5795027"/>
                <a:gd name="connsiteX3" fmla="*/ 2137940 w 4282900"/>
                <a:gd name="connsiteY3" fmla="*/ 5795027 h 5795027"/>
                <a:gd name="connsiteX4" fmla="*/ 1950069 w 4282900"/>
                <a:gd name="connsiteY4" fmla="*/ 5630311 h 5795027"/>
                <a:gd name="connsiteX5" fmla="*/ 559353 w 4282900"/>
                <a:gd name="connsiteY5" fmla="*/ 4939455 h 5795027"/>
                <a:gd name="connsiteX6" fmla="*/ 0 w 4282900"/>
                <a:gd name="connsiteY6" fmla="*/ 3746068 h 5795027"/>
                <a:gd name="connsiteX7" fmla="*/ 0 w 4282900"/>
                <a:gd name="connsiteY7" fmla="*/ 3441681 h 5795027"/>
                <a:gd name="connsiteX8" fmla="*/ 0 w 4282900"/>
                <a:gd name="connsiteY8" fmla="*/ 3042471 h 5795027"/>
                <a:gd name="connsiteX9" fmla="*/ 0 w 4282900"/>
                <a:gd name="connsiteY9" fmla="*/ 2752557 h 5795027"/>
                <a:gd name="connsiteX10" fmla="*/ 0 w 4282900"/>
                <a:gd name="connsiteY10" fmla="*/ 2231503 h 5795027"/>
                <a:gd name="connsiteX11" fmla="*/ 0 w 4282900"/>
                <a:gd name="connsiteY11" fmla="*/ 2048959 h 5795027"/>
                <a:gd name="connsiteX12" fmla="*/ 559354 w 4282900"/>
                <a:gd name="connsiteY12" fmla="*/ 855573 h 5795027"/>
                <a:gd name="connsiteX13" fmla="*/ 1950071 w 4282900"/>
                <a:gd name="connsiteY13" fmla="*/ 164715 h 5795027"/>
                <a:gd name="connsiteX14" fmla="*/ 2144960 w 4282900"/>
                <a:gd name="connsiteY14" fmla="*/ 0 h 5795027"/>
                <a:gd name="connsiteX15" fmla="*/ 2332832 w 4282900"/>
                <a:gd name="connsiteY15" fmla="*/ 164715 h 5795027"/>
                <a:gd name="connsiteX16" fmla="*/ 2976290 w 4282900"/>
                <a:gd name="connsiteY16" fmla="*/ 524033 h 5795027"/>
                <a:gd name="connsiteX0" fmla="*/ 3723546 w 3723546"/>
                <a:gd name="connsiteY0" fmla="*/ 4939455 h 5795027"/>
                <a:gd name="connsiteX1" fmla="*/ 2332829 w 3723546"/>
                <a:gd name="connsiteY1" fmla="*/ 5630311 h 5795027"/>
                <a:gd name="connsiteX2" fmla="*/ 2137940 w 3723546"/>
                <a:gd name="connsiteY2" fmla="*/ 5795027 h 5795027"/>
                <a:gd name="connsiteX3" fmla="*/ 1950069 w 3723546"/>
                <a:gd name="connsiteY3" fmla="*/ 5630311 h 5795027"/>
                <a:gd name="connsiteX4" fmla="*/ 559353 w 3723546"/>
                <a:gd name="connsiteY4" fmla="*/ 4939455 h 5795027"/>
                <a:gd name="connsiteX5" fmla="*/ 0 w 3723546"/>
                <a:gd name="connsiteY5" fmla="*/ 3746068 h 5795027"/>
                <a:gd name="connsiteX6" fmla="*/ 0 w 3723546"/>
                <a:gd name="connsiteY6" fmla="*/ 3441681 h 5795027"/>
                <a:gd name="connsiteX7" fmla="*/ 0 w 3723546"/>
                <a:gd name="connsiteY7" fmla="*/ 3042471 h 5795027"/>
                <a:gd name="connsiteX8" fmla="*/ 0 w 3723546"/>
                <a:gd name="connsiteY8" fmla="*/ 2752557 h 5795027"/>
                <a:gd name="connsiteX9" fmla="*/ 0 w 3723546"/>
                <a:gd name="connsiteY9" fmla="*/ 2231503 h 5795027"/>
                <a:gd name="connsiteX10" fmla="*/ 0 w 3723546"/>
                <a:gd name="connsiteY10" fmla="*/ 2048959 h 5795027"/>
                <a:gd name="connsiteX11" fmla="*/ 559354 w 3723546"/>
                <a:gd name="connsiteY11" fmla="*/ 855573 h 5795027"/>
                <a:gd name="connsiteX12" fmla="*/ 1950071 w 3723546"/>
                <a:gd name="connsiteY12" fmla="*/ 164715 h 5795027"/>
                <a:gd name="connsiteX13" fmla="*/ 2144960 w 3723546"/>
                <a:gd name="connsiteY13" fmla="*/ 0 h 5795027"/>
                <a:gd name="connsiteX14" fmla="*/ 2332832 w 3723546"/>
                <a:gd name="connsiteY14" fmla="*/ 164715 h 5795027"/>
                <a:gd name="connsiteX15" fmla="*/ 2976290 w 3723546"/>
                <a:gd name="connsiteY15" fmla="*/ 524033 h 5795027"/>
                <a:gd name="connsiteX0" fmla="*/ 3723546 w 3723546"/>
                <a:gd name="connsiteY0" fmla="*/ 4939455 h 5795027"/>
                <a:gd name="connsiteX1" fmla="*/ 2989878 w 3723546"/>
                <a:gd name="connsiteY1" fmla="*/ 5266109 h 5795027"/>
                <a:gd name="connsiteX2" fmla="*/ 2332829 w 3723546"/>
                <a:gd name="connsiteY2" fmla="*/ 5630311 h 5795027"/>
                <a:gd name="connsiteX3" fmla="*/ 2137940 w 3723546"/>
                <a:gd name="connsiteY3" fmla="*/ 5795027 h 5795027"/>
                <a:gd name="connsiteX4" fmla="*/ 1950069 w 3723546"/>
                <a:gd name="connsiteY4" fmla="*/ 5630311 h 5795027"/>
                <a:gd name="connsiteX5" fmla="*/ 559353 w 3723546"/>
                <a:gd name="connsiteY5" fmla="*/ 4939455 h 5795027"/>
                <a:gd name="connsiteX6" fmla="*/ 0 w 3723546"/>
                <a:gd name="connsiteY6" fmla="*/ 3746068 h 5795027"/>
                <a:gd name="connsiteX7" fmla="*/ 0 w 3723546"/>
                <a:gd name="connsiteY7" fmla="*/ 3441681 h 5795027"/>
                <a:gd name="connsiteX8" fmla="*/ 0 w 3723546"/>
                <a:gd name="connsiteY8" fmla="*/ 3042471 h 5795027"/>
                <a:gd name="connsiteX9" fmla="*/ 0 w 3723546"/>
                <a:gd name="connsiteY9" fmla="*/ 2752557 h 5795027"/>
                <a:gd name="connsiteX10" fmla="*/ 0 w 3723546"/>
                <a:gd name="connsiteY10" fmla="*/ 2231503 h 5795027"/>
                <a:gd name="connsiteX11" fmla="*/ 0 w 3723546"/>
                <a:gd name="connsiteY11" fmla="*/ 2048959 h 5795027"/>
                <a:gd name="connsiteX12" fmla="*/ 559354 w 3723546"/>
                <a:gd name="connsiteY12" fmla="*/ 855573 h 5795027"/>
                <a:gd name="connsiteX13" fmla="*/ 1950071 w 3723546"/>
                <a:gd name="connsiteY13" fmla="*/ 164715 h 5795027"/>
                <a:gd name="connsiteX14" fmla="*/ 2144960 w 3723546"/>
                <a:gd name="connsiteY14" fmla="*/ 0 h 5795027"/>
                <a:gd name="connsiteX15" fmla="*/ 2332832 w 3723546"/>
                <a:gd name="connsiteY15" fmla="*/ 164715 h 5795027"/>
                <a:gd name="connsiteX16" fmla="*/ 2976290 w 3723546"/>
                <a:gd name="connsiteY16" fmla="*/ 524033 h 5795027"/>
                <a:gd name="connsiteX0" fmla="*/ 2989878 w 2989878"/>
                <a:gd name="connsiteY0" fmla="*/ 5266109 h 5795027"/>
                <a:gd name="connsiteX1" fmla="*/ 2332829 w 2989878"/>
                <a:gd name="connsiteY1" fmla="*/ 5630311 h 5795027"/>
                <a:gd name="connsiteX2" fmla="*/ 2137940 w 2989878"/>
                <a:gd name="connsiteY2" fmla="*/ 5795027 h 5795027"/>
                <a:gd name="connsiteX3" fmla="*/ 1950069 w 2989878"/>
                <a:gd name="connsiteY3" fmla="*/ 5630311 h 5795027"/>
                <a:gd name="connsiteX4" fmla="*/ 559353 w 2989878"/>
                <a:gd name="connsiteY4" fmla="*/ 4939455 h 5795027"/>
                <a:gd name="connsiteX5" fmla="*/ 0 w 2989878"/>
                <a:gd name="connsiteY5" fmla="*/ 3746068 h 5795027"/>
                <a:gd name="connsiteX6" fmla="*/ 0 w 2989878"/>
                <a:gd name="connsiteY6" fmla="*/ 3441681 h 5795027"/>
                <a:gd name="connsiteX7" fmla="*/ 0 w 2989878"/>
                <a:gd name="connsiteY7" fmla="*/ 3042471 h 5795027"/>
                <a:gd name="connsiteX8" fmla="*/ 0 w 2989878"/>
                <a:gd name="connsiteY8" fmla="*/ 2752557 h 5795027"/>
                <a:gd name="connsiteX9" fmla="*/ 0 w 2989878"/>
                <a:gd name="connsiteY9" fmla="*/ 2231503 h 5795027"/>
                <a:gd name="connsiteX10" fmla="*/ 0 w 2989878"/>
                <a:gd name="connsiteY10" fmla="*/ 2048959 h 5795027"/>
                <a:gd name="connsiteX11" fmla="*/ 559354 w 2989878"/>
                <a:gd name="connsiteY11" fmla="*/ 855573 h 5795027"/>
                <a:gd name="connsiteX12" fmla="*/ 1950071 w 2989878"/>
                <a:gd name="connsiteY12" fmla="*/ 164715 h 5795027"/>
                <a:gd name="connsiteX13" fmla="*/ 2144960 w 2989878"/>
                <a:gd name="connsiteY13" fmla="*/ 0 h 5795027"/>
                <a:gd name="connsiteX14" fmla="*/ 2332832 w 2989878"/>
                <a:gd name="connsiteY14" fmla="*/ 164715 h 5795027"/>
                <a:gd name="connsiteX15" fmla="*/ 2976290 w 2989878"/>
                <a:gd name="connsiteY15" fmla="*/ 524033 h 5795027"/>
                <a:gd name="connsiteX0" fmla="*/ 2989878 w 2989878"/>
                <a:gd name="connsiteY0" fmla="*/ 5266109 h 5795027"/>
                <a:gd name="connsiteX1" fmla="*/ 2332829 w 2989878"/>
                <a:gd name="connsiteY1" fmla="*/ 5630311 h 5795027"/>
                <a:gd name="connsiteX2" fmla="*/ 2137940 w 2989878"/>
                <a:gd name="connsiteY2" fmla="*/ 5795027 h 5795027"/>
                <a:gd name="connsiteX3" fmla="*/ 1950069 w 2989878"/>
                <a:gd name="connsiteY3" fmla="*/ 5630311 h 5795027"/>
                <a:gd name="connsiteX4" fmla="*/ 559353 w 2989878"/>
                <a:gd name="connsiteY4" fmla="*/ 4939455 h 5795027"/>
                <a:gd name="connsiteX5" fmla="*/ 0 w 2989878"/>
                <a:gd name="connsiteY5" fmla="*/ 3746068 h 5795027"/>
                <a:gd name="connsiteX6" fmla="*/ 0 w 2989878"/>
                <a:gd name="connsiteY6" fmla="*/ 3441681 h 5795027"/>
                <a:gd name="connsiteX7" fmla="*/ 0 w 2989878"/>
                <a:gd name="connsiteY7" fmla="*/ 3042471 h 5795027"/>
                <a:gd name="connsiteX8" fmla="*/ 0 w 2989878"/>
                <a:gd name="connsiteY8" fmla="*/ 2752557 h 5795027"/>
                <a:gd name="connsiteX9" fmla="*/ 0 w 2989878"/>
                <a:gd name="connsiteY9" fmla="*/ 2231503 h 5795027"/>
                <a:gd name="connsiteX10" fmla="*/ 0 w 2989878"/>
                <a:gd name="connsiteY10" fmla="*/ 2048959 h 5795027"/>
                <a:gd name="connsiteX11" fmla="*/ 559354 w 2989878"/>
                <a:gd name="connsiteY11" fmla="*/ 855573 h 5795027"/>
                <a:gd name="connsiteX12" fmla="*/ 1950071 w 2989878"/>
                <a:gd name="connsiteY12" fmla="*/ 164715 h 5795027"/>
                <a:gd name="connsiteX13" fmla="*/ 2144960 w 2989878"/>
                <a:gd name="connsiteY13" fmla="*/ 0 h 5795027"/>
                <a:gd name="connsiteX14" fmla="*/ 2332832 w 2989878"/>
                <a:gd name="connsiteY14" fmla="*/ 164715 h 5795027"/>
                <a:gd name="connsiteX15" fmla="*/ 2976290 w 2989878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87296"/>
                <a:gd name="connsiteY0" fmla="*/ 5266109 h 5795027"/>
                <a:gd name="connsiteX1" fmla="*/ 2332829 w 2987296"/>
                <a:gd name="connsiteY1" fmla="*/ 5630311 h 5795027"/>
                <a:gd name="connsiteX2" fmla="*/ 2137940 w 2987296"/>
                <a:gd name="connsiteY2" fmla="*/ 5795027 h 5795027"/>
                <a:gd name="connsiteX3" fmla="*/ 1950069 w 2987296"/>
                <a:gd name="connsiteY3" fmla="*/ 5630311 h 5795027"/>
                <a:gd name="connsiteX4" fmla="*/ 559353 w 2987296"/>
                <a:gd name="connsiteY4" fmla="*/ 4939455 h 5795027"/>
                <a:gd name="connsiteX5" fmla="*/ 0 w 2987296"/>
                <a:gd name="connsiteY5" fmla="*/ 3746068 h 5795027"/>
                <a:gd name="connsiteX6" fmla="*/ 0 w 2987296"/>
                <a:gd name="connsiteY6" fmla="*/ 3441681 h 5795027"/>
                <a:gd name="connsiteX7" fmla="*/ 0 w 2987296"/>
                <a:gd name="connsiteY7" fmla="*/ 3042471 h 5795027"/>
                <a:gd name="connsiteX8" fmla="*/ 0 w 2987296"/>
                <a:gd name="connsiteY8" fmla="*/ 2752557 h 5795027"/>
                <a:gd name="connsiteX9" fmla="*/ 0 w 2987296"/>
                <a:gd name="connsiteY9" fmla="*/ 2231503 h 5795027"/>
                <a:gd name="connsiteX10" fmla="*/ 0 w 2987296"/>
                <a:gd name="connsiteY10" fmla="*/ 2048959 h 5795027"/>
                <a:gd name="connsiteX11" fmla="*/ 559354 w 2987296"/>
                <a:gd name="connsiteY11" fmla="*/ 855573 h 5795027"/>
                <a:gd name="connsiteX12" fmla="*/ 1950071 w 2987296"/>
                <a:gd name="connsiteY12" fmla="*/ 164715 h 5795027"/>
                <a:gd name="connsiteX13" fmla="*/ 2144960 w 2987296"/>
                <a:gd name="connsiteY13" fmla="*/ 0 h 5795027"/>
                <a:gd name="connsiteX14" fmla="*/ 2332832 w 2987296"/>
                <a:gd name="connsiteY14" fmla="*/ 164715 h 5795027"/>
                <a:gd name="connsiteX15" fmla="*/ 2987296 w 2987296"/>
                <a:gd name="connsiteY15" fmla="*/ 557051 h 5795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987296" h="5795027">
                  <a:moveTo>
                    <a:pt x="2955049" y="5266109"/>
                  </a:moveTo>
                  <a:cubicBezTo>
                    <a:pt x="2737194" y="5332489"/>
                    <a:pt x="2474819" y="5542158"/>
                    <a:pt x="2332829" y="5630311"/>
                  </a:cubicBezTo>
                  <a:lnTo>
                    <a:pt x="2137940" y="5795027"/>
                  </a:lnTo>
                  <a:lnTo>
                    <a:pt x="1950069" y="5630311"/>
                  </a:lnTo>
                  <a:cubicBezTo>
                    <a:pt x="1484225" y="5270318"/>
                    <a:pt x="959280" y="5171158"/>
                    <a:pt x="559353" y="4939455"/>
                  </a:cubicBezTo>
                  <a:cubicBezTo>
                    <a:pt x="174796" y="4670559"/>
                    <a:pt x="0" y="4362177"/>
                    <a:pt x="0" y="3746068"/>
                  </a:cubicBezTo>
                  <a:lnTo>
                    <a:pt x="0" y="3441681"/>
                  </a:lnTo>
                  <a:lnTo>
                    <a:pt x="0" y="3042471"/>
                  </a:lnTo>
                  <a:lnTo>
                    <a:pt x="0" y="2752557"/>
                  </a:lnTo>
                  <a:lnTo>
                    <a:pt x="0" y="2231503"/>
                  </a:lnTo>
                  <a:lnTo>
                    <a:pt x="0" y="2048959"/>
                  </a:lnTo>
                  <a:cubicBezTo>
                    <a:pt x="0" y="1432851"/>
                    <a:pt x="174797" y="1124469"/>
                    <a:pt x="559354" y="855573"/>
                  </a:cubicBezTo>
                  <a:cubicBezTo>
                    <a:pt x="959283" y="623869"/>
                    <a:pt x="1484227" y="524709"/>
                    <a:pt x="1950071" y="164715"/>
                  </a:cubicBezTo>
                  <a:lnTo>
                    <a:pt x="2144960" y="0"/>
                  </a:lnTo>
                  <a:lnTo>
                    <a:pt x="2332832" y="164715"/>
                  </a:lnTo>
                  <a:cubicBezTo>
                    <a:pt x="2471387" y="252054"/>
                    <a:pt x="2755510" y="441908"/>
                    <a:pt x="2987296" y="557051"/>
                  </a:cubicBezTo>
                </a:path>
              </a:pathLst>
            </a:custGeom>
            <a:noFill/>
            <a:ln w="25400" cap="rnd">
              <a:solidFill>
                <a:schemeClr val="bg2">
                  <a:lumMod val="75000"/>
                  <a:alpha val="6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546BFEE-D3D9-4B18-BA88-49F7C7D26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8186" y="959587"/>
            <a:ext cx="9076329" cy="106427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EA5BD3-1A63-4F94-ADFA-5CA2A414DE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148186" y="2248257"/>
            <a:ext cx="9076329" cy="365015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21888E-6FA1-446E-A77C-7D26923F6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33313F-58CA-4397-A3B4-71B068D1E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CC6AB3-89E2-4B6A-A5F3-3FB781C1A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744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87BC2869-B8E0-44C7-801E-BA0C2C1B5E82}"/>
              </a:ext>
            </a:extLst>
          </p:cNvPr>
          <p:cNvGrpSpPr/>
          <p:nvPr/>
        </p:nvGrpSpPr>
        <p:grpSpPr>
          <a:xfrm rot="10800000">
            <a:off x="0" y="1827078"/>
            <a:ext cx="2926300" cy="5030922"/>
            <a:chOff x="9265700" y="2026"/>
            <a:chExt cx="2926300" cy="5030922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BA7CEB8F-94FA-4A87-AA80-066173AA5C57}"/>
                </a:ext>
              </a:extLst>
            </p:cNvPr>
            <p:cNvSpPr/>
            <p:nvPr/>
          </p:nvSpPr>
          <p:spPr>
            <a:xfrm>
              <a:off x="9326904" y="2026"/>
              <a:ext cx="2249810" cy="2294745"/>
            </a:xfrm>
            <a:custGeom>
              <a:avLst/>
              <a:gdLst>
                <a:gd name="connsiteX0" fmla="*/ 49162 w 2249810"/>
                <a:gd name="connsiteY0" fmla="*/ 0 h 2294745"/>
                <a:gd name="connsiteX1" fmla="*/ 2200648 w 2249810"/>
                <a:gd name="connsiteY1" fmla="*/ 0 h 2294745"/>
                <a:gd name="connsiteX2" fmla="*/ 2210105 w 2249810"/>
                <a:gd name="connsiteY2" fmla="*/ 23601 h 2294745"/>
                <a:gd name="connsiteX3" fmla="*/ 2249810 w 2249810"/>
                <a:gd name="connsiteY3" fmla="*/ 326934 h 2294745"/>
                <a:gd name="connsiteX4" fmla="*/ 2249810 w 2249810"/>
                <a:gd name="connsiteY4" fmla="*/ 422824 h 2294745"/>
                <a:gd name="connsiteX5" fmla="*/ 2249810 w 2249810"/>
                <a:gd name="connsiteY5" fmla="*/ 696534 h 2294745"/>
                <a:gd name="connsiteX6" fmla="*/ 2249810 w 2249810"/>
                <a:gd name="connsiteY6" fmla="*/ 848826 h 2294745"/>
                <a:gd name="connsiteX7" fmla="*/ 2249810 w 2249810"/>
                <a:gd name="connsiteY7" fmla="*/ 1058531 h 2294745"/>
                <a:gd name="connsiteX8" fmla="*/ 2249810 w 2249810"/>
                <a:gd name="connsiteY8" fmla="*/ 1218426 h 2294745"/>
                <a:gd name="connsiteX9" fmla="*/ 1955981 w 2249810"/>
                <a:gd name="connsiteY9" fmla="*/ 1845313 h 2294745"/>
                <a:gd name="connsiteX10" fmla="*/ 1225437 w 2249810"/>
                <a:gd name="connsiteY10" fmla="*/ 2208220 h 2294745"/>
                <a:gd name="connsiteX11" fmla="*/ 1123061 w 2249810"/>
                <a:gd name="connsiteY11" fmla="*/ 2294745 h 2294745"/>
                <a:gd name="connsiteX12" fmla="*/ 1024372 w 2249810"/>
                <a:gd name="connsiteY12" fmla="*/ 2208220 h 2294745"/>
                <a:gd name="connsiteX13" fmla="*/ 293828 w 2249810"/>
                <a:gd name="connsiteY13" fmla="*/ 1845313 h 2294745"/>
                <a:gd name="connsiteX14" fmla="*/ 0 w 2249810"/>
                <a:gd name="connsiteY14" fmla="*/ 1218426 h 2294745"/>
                <a:gd name="connsiteX15" fmla="*/ 0 w 2249810"/>
                <a:gd name="connsiteY15" fmla="*/ 1058531 h 2294745"/>
                <a:gd name="connsiteX16" fmla="*/ 0 w 2249810"/>
                <a:gd name="connsiteY16" fmla="*/ 848826 h 2294745"/>
                <a:gd name="connsiteX17" fmla="*/ 0 w 2249810"/>
                <a:gd name="connsiteY17" fmla="*/ 696534 h 2294745"/>
                <a:gd name="connsiteX18" fmla="*/ 0 w 2249810"/>
                <a:gd name="connsiteY18" fmla="*/ 422824 h 2294745"/>
                <a:gd name="connsiteX19" fmla="*/ 0 w 2249810"/>
                <a:gd name="connsiteY19" fmla="*/ 326934 h 2294745"/>
                <a:gd name="connsiteX20" fmla="*/ 39705 w 2249810"/>
                <a:gd name="connsiteY20" fmla="*/ 23601 h 2294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49810" h="2294745">
                  <a:moveTo>
                    <a:pt x="49162" y="0"/>
                  </a:moveTo>
                  <a:lnTo>
                    <a:pt x="2200648" y="0"/>
                  </a:lnTo>
                  <a:lnTo>
                    <a:pt x="2210105" y="23601"/>
                  </a:lnTo>
                  <a:cubicBezTo>
                    <a:pt x="2236898" y="106934"/>
                    <a:pt x="2249810" y="205568"/>
                    <a:pt x="2249810" y="326934"/>
                  </a:cubicBezTo>
                  <a:lnTo>
                    <a:pt x="2249810" y="422824"/>
                  </a:lnTo>
                  <a:lnTo>
                    <a:pt x="2249810" y="696534"/>
                  </a:lnTo>
                  <a:lnTo>
                    <a:pt x="2249810" y="848826"/>
                  </a:lnTo>
                  <a:lnTo>
                    <a:pt x="2249810" y="1058531"/>
                  </a:lnTo>
                  <a:lnTo>
                    <a:pt x="2249810" y="1218426"/>
                  </a:lnTo>
                  <a:cubicBezTo>
                    <a:pt x="2249810" y="1542068"/>
                    <a:pt x="2157989" y="1704061"/>
                    <a:pt x="1955981" y="1845313"/>
                  </a:cubicBezTo>
                  <a:cubicBezTo>
                    <a:pt x="1745898" y="1967026"/>
                    <a:pt x="1470144" y="2019115"/>
                    <a:pt x="1225437" y="2208220"/>
                  </a:cubicBezTo>
                  <a:lnTo>
                    <a:pt x="1123061" y="2294745"/>
                  </a:lnTo>
                  <a:lnTo>
                    <a:pt x="1024372" y="2208220"/>
                  </a:lnTo>
                  <a:cubicBezTo>
                    <a:pt x="779664" y="2019115"/>
                    <a:pt x="503910" y="1967026"/>
                    <a:pt x="293828" y="1845313"/>
                  </a:cubicBezTo>
                  <a:cubicBezTo>
                    <a:pt x="91820" y="1704061"/>
                    <a:pt x="0" y="1542068"/>
                    <a:pt x="0" y="1218426"/>
                  </a:cubicBezTo>
                  <a:lnTo>
                    <a:pt x="0" y="1058531"/>
                  </a:lnTo>
                  <a:lnTo>
                    <a:pt x="0" y="848826"/>
                  </a:lnTo>
                  <a:lnTo>
                    <a:pt x="0" y="696534"/>
                  </a:lnTo>
                  <a:lnTo>
                    <a:pt x="0" y="422824"/>
                  </a:lnTo>
                  <a:lnTo>
                    <a:pt x="0" y="326934"/>
                  </a:lnTo>
                  <a:cubicBezTo>
                    <a:pt x="0" y="205568"/>
                    <a:pt x="12912" y="106934"/>
                    <a:pt x="39705" y="23601"/>
                  </a:cubicBezTo>
                  <a:close/>
                </a:path>
              </a:pathLst>
            </a:custGeom>
            <a:solidFill>
              <a:schemeClr val="bg2">
                <a:lumMod val="75000"/>
                <a:alpha val="1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74F9817E-A26F-4D7B-82A1-FA647EE4C86F}"/>
                </a:ext>
              </a:extLst>
            </p:cNvPr>
            <p:cNvSpPr/>
            <p:nvPr/>
          </p:nvSpPr>
          <p:spPr>
            <a:xfrm>
              <a:off x="10597154" y="1907348"/>
              <a:ext cx="1594846" cy="3044131"/>
            </a:xfrm>
            <a:custGeom>
              <a:avLst/>
              <a:gdLst>
                <a:gd name="connsiteX0" fmla="*/ 1126749 w 1594846"/>
                <a:gd name="connsiteY0" fmla="*/ 0 h 3044131"/>
                <a:gd name="connsiteX1" fmla="*/ 1225438 w 1594846"/>
                <a:gd name="connsiteY1" fmla="*/ 86525 h 3044131"/>
                <a:gd name="connsiteX2" fmla="*/ 1413279 w 1594846"/>
                <a:gd name="connsiteY2" fmla="*/ 205892 h 3044131"/>
                <a:gd name="connsiteX3" fmla="*/ 1594846 w 1594846"/>
                <a:gd name="connsiteY3" fmla="*/ 289191 h 3044131"/>
                <a:gd name="connsiteX4" fmla="*/ 1594846 w 1594846"/>
                <a:gd name="connsiteY4" fmla="*/ 2754939 h 3044131"/>
                <a:gd name="connsiteX5" fmla="*/ 1413277 w 1594846"/>
                <a:gd name="connsiteY5" fmla="*/ 2838239 h 3044131"/>
                <a:gd name="connsiteX6" fmla="*/ 1225436 w 1594846"/>
                <a:gd name="connsiteY6" fmla="*/ 2957606 h 3044131"/>
                <a:gd name="connsiteX7" fmla="*/ 1123061 w 1594846"/>
                <a:gd name="connsiteY7" fmla="*/ 3044131 h 3044131"/>
                <a:gd name="connsiteX8" fmla="*/ 1024372 w 1594846"/>
                <a:gd name="connsiteY8" fmla="*/ 2957606 h 3044131"/>
                <a:gd name="connsiteX9" fmla="*/ 293828 w 1594846"/>
                <a:gd name="connsiteY9" fmla="*/ 2594699 h 3044131"/>
                <a:gd name="connsiteX10" fmla="*/ 0 w 1594846"/>
                <a:gd name="connsiteY10" fmla="*/ 1967812 h 3044131"/>
                <a:gd name="connsiteX11" fmla="*/ 0 w 1594846"/>
                <a:gd name="connsiteY11" fmla="*/ 1807917 h 3044131"/>
                <a:gd name="connsiteX12" fmla="*/ 0 w 1594846"/>
                <a:gd name="connsiteY12" fmla="*/ 1598212 h 3044131"/>
                <a:gd name="connsiteX13" fmla="*/ 0 w 1594846"/>
                <a:gd name="connsiteY13" fmla="*/ 1445920 h 3044131"/>
                <a:gd name="connsiteX14" fmla="*/ 0 w 1594846"/>
                <a:gd name="connsiteY14" fmla="*/ 1172210 h 3044131"/>
                <a:gd name="connsiteX15" fmla="*/ 0 w 1594846"/>
                <a:gd name="connsiteY15" fmla="*/ 1076320 h 3044131"/>
                <a:gd name="connsiteX16" fmla="*/ 293829 w 1594846"/>
                <a:gd name="connsiteY16" fmla="*/ 449433 h 3044131"/>
                <a:gd name="connsiteX17" fmla="*/ 1024374 w 1594846"/>
                <a:gd name="connsiteY17" fmla="*/ 86525 h 304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594846" h="3044131">
                  <a:moveTo>
                    <a:pt x="1126749" y="0"/>
                  </a:moveTo>
                  <a:lnTo>
                    <a:pt x="1225438" y="86525"/>
                  </a:lnTo>
                  <a:cubicBezTo>
                    <a:pt x="1286615" y="133801"/>
                    <a:pt x="1349732" y="172514"/>
                    <a:pt x="1413279" y="205892"/>
                  </a:cubicBezTo>
                  <a:lnTo>
                    <a:pt x="1594846" y="289191"/>
                  </a:lnTo>
                  <a:lnTo>
                    <a:pt x="1594846" y="2754939"/>
                  </a:lnTo>
                  <a:lnTo>
                    <a:pt x="1413277" y="2838239"/>
                  </a:lnTo>
                  <a:cubicBezTo>
                    <a:pt x="1349730" y="2871617"/>
                    <a:pt x="1286613" y="2910330"/>
                    <a:pt x="1225436" y="2957606"/>
                  </a:cubicBezTo>
                  <a:lnTo>
                    <a:pt x="1123061" y="3044131"/>
                  </a:lnTo>
                  <a:lnTo>
                    <a:pt x="1024372" y="2957606"/>
                  </a:lnTo>
                  <a:cubicBezTo>
                    <a:pt x="779664" y="2768501"/>
                    <a:pt x="503910" y="2716412"/>
                    <a:pt x="293828" y="2594699"/>
                  </a:cubicBezTo>
                  <a:cubicBezTo>
                    <a:pt x="91820" y="2453447"/>
                    <a:pt x="0" y="2291454"/>
                    <a:pt x="0" y="1967812"/>
                  </a:cubicBezTo>
                  <a:lnTo>
                    <a:pt x="0" y="1807917"/>
                  </a:lnTo>
                  <a:lnTo>
                    <a:pt x="0" y="1598212"/>
                  </a:lnTo>
                  <a:lnTo>
                    <a:pt x="0" y="1445920"/>
                  </a:lnTo>
                  <a:lnTo>
                    <a:pt x="0" y="1172210"/>
                  </a:lnTo>
                  <a:lnTo>
                    <a:pt x="0" y="1076320"/>
                  </a:lnTo>
                  <a:cubicBezTo>
                    <a:pt x="0" y="752678"/>
                    <a:pt x="91821" y="590684"/>
                    <a:pt x="293829" y="449433"/>
                  </a:cubicBezTo>
                  <a:cubicBezTo>
                    <a:pt x="503912" y="327719"/>
                    <a:pt x="779665" y="275630"/>
                    <a:pt x="1024374" y="86525"/>
                  </a:cubicBezTo>
                  <a:close/>
                </a:path>
              </a:pathLst>
            </a:custGeom>
            <a:solidFill>
              <a:schemeClr val="bg2">
                <a:lumMod val="75000"/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0E734839-B51C-4112-A4D8-DDFCB7F84A6F}"/>
                </a:ext>
              </a:extLst>
            </p:cNvPr>
            <p:cNvSpPr/>
            <p:nvPr/>
          </p:nvSpPr>
          <p:spPr>
            <a:xfrm>
              <a:off x="9265700" y="7622"/>
              <a:ext cx="2372219" cy="2371961"/>
            </a:xfrm>
            <a:custGeom>
              <a:avLst/>
              <a:gdLst>
                <a:gd name="connsiteX0" fmla="*/ 2144960 w 4282900"/>
                <a:gd name="connsiteY0" fmla="*/ 0 h 5795027"/>
                <a:gd name="connsiteX1" fmla="*/ 2332832 w 4282900"/>
                <a:gd name="connsiteY1" fmla="*/ 164715 h 5795027"/>
                <a:gd name="connsiteX2" fmla="*/ 3723546 w 4282900"/>
                <a:gd name="connsiteY2" fmla="*/ 855573 h 5795027"/>
                <a:gd name="connsiteX3" fmla="*/ 4282900 w 4282900"/>
                <a:gd name="connsiteY3" fmla="*/ 2048959 h 5795027"/>
                <a:gd name="connsiteX4" fmla="*/ 4282900 w 4282900"/>
                <a:gd name="connsiteY4" fmla="*/ 2231503 h 5795027"/>
                <a:gd name="connsiteX5" fmla="*/ 4282900 w 4282900"/>
                <a:gd name="connsiteY5" fmla="*/ 2752557 h 5795027"/>
                <a:gd name="connsiteX6" fmla="*/ 4282900 w 4282900"/>
                <a:gd name="connsiteY6" fmla="*/ 3042471 h 5795027"/>
                <a:gd name="connsiteX7" fmla="*/ 4282900 w 4282900"/>
                <a:gd name="connsiteY7" fmla="*/ 3441681 h 5795027"/>
                <a:gd name="connsiteX8" fmla="*/ 4282900 w 4282900"/>
                <a:gd name="connsiteY8" fmla="*/ 3746068 h 5795027"/>
                <a:gd name="connsiteX9" fmla="*/ 3723546 w 4282900"/>
                <a:gd name="connsiteY9" fmla="*/ 4939455 h 5795027"/>
                <a:gd name="connsiteX10" fmla="*/ 2332829 w 4282900"/>
                <a:gd name="connsiteY10" fmla="*/ 5630311 h 5795027"/>
                <a:gd name="connsiteX11" fmla="*/ 2137940 w 4282900"/>
                <a:gd name="connsiteY11" fmla="*/ 5795027 h 5795027"/>
                <a:gd name="connsiteX12" fmla="*/ 1950069 w 4282900"/>
                <a:gd name="connsiteY12" fmla="*/ 5630311 h 5795027"/>
                <a:gd name="connsiteX13" fmla="*/ 559353 w 4282900"/>
                <a:gd name="connsiteY13" fmla="*/ 4939455 h 5795027"/>
                <a:gd name="connsiteX14" fmla="*/ 0 w 4282900"/>
                <a:gd name="connsiteY14" fmla="*/ 3746068 h 5795027"/>
                <a:gd name="connsiteX15" fmla="*/ 0 w 4282900"/>
                <a:gd name="connsiteY15" fmla="*/ 3441681 h 5795027"/>
                <a:gd name="connsiteX16" fmla="*/ 0 w 4282900"/>
                <a:gd name="connsiteY16" fmla="*/ 3042471 h 5795027"/>
                <a:gd name="connsiteX17" fmla="*/ 0 w 4282900"/>
                <a:gd name="connsiteY17" fmla="*/ 2752557 h 5795027"/>
                <a:gd name="connsiteX18" fmla="*/ 0 w 4282900"/>
                <a:gd name="connsiteY18" fmla="*/ 2231503 h 5795027"/>
                <a:gd name="connsiteX19" fmla="*/ 0 w 4282900"/>
                <a:gd name="connsiteY19" fmla="*/ 2048959 h 5795027"/>
                <a:gd name="connsiteX20" fmla="*/ 559354 w 4282900"/>
                <a:gd name="connsiteY20" fmla="*/ 855573 h 5795027"/>
                <a:gd name="connsiteX21" fmla="*/ 1950071 w 4282900"/>
                <a:gd name="connsiteY21" fmla="*/ 164715 h 5795027"/>
                <a:gd name="connsiteX0" fmla="*/ 4282900 w 4447989"/>
                <a:gd name="connsiteY0" fmla="*/ 2048959 h 5795027"/>
                <a:gd name="connsiteX1" fmla="*/ 4282900 w 4447989"/>
                <a:gd name="connsiteY1" fmla="*/ 2231503 h 5795027"/>
                <a:gd name="connsiteX2" fmla="*/ 4282900 w 4447989"/>
                <a:gd name="connsiteY2" fmla="*/ 2752557 h 5795027"/>
                <a:gd name="connsiteX3" fmla="*/ 4282900 w 4447989"/>
                <a:gd name="connsiteY3" fmla="*/ 3042471 h 5795027"/>
                <a:gd name="connsiteX4" fmla="*/ 4282900 w 4447989"/>
                <a:gd name="connsiteY4" fmla="*/ 3441681 h 5795027"/>
                <a:gd name="connsiteX5" fmla="*/ 4282900 w 4447989"/>
                <a:gd name="connsiteY5" fmla="*/ 3746068 h 5795027"/>
                <a:gd name="connsiteX6" fmla="*/ 3723546 w 4447989"/>
                <a:gd name="connsiteY6" fmla="*/ 4939455 h 5795027"/>
                <a:gd name="connsiteX7" fmla="*/ 2332829 w 4447989"/>
                <a:gd name="connsiteY7" fmla="*/ 5630311 h 5795027"/>
                <a:gd name="connsiteX8" fmla="*/ 2137940 w 4447989"/>
                <a:gd name="connsiteY8" fmla="*/ 5795027 h 5795027"/>
                <a:gd name="connsiteX9" fmla="*/ 1950069 w 4447989"/>
                <a:gd name="connsiteY9" fmla="*/ 5630311 h 5795027"/>
                <a:gd name="connsiteX10" fmla="*/ 559353 w 4447989"/>
                <a:gd name="connsiteY10" fmla="*/ 4939455 h 5795027"/>
                <a:gd name="connsiteX11" fmla="*/ 0 w 4447989"/>
                <a:gd name="connsiteY11" fmla="*/ 3746068 h 5795027"/>
                <a:gd name="connsiteX12" fmla="*/ 0 w 4447989"/>
                <a:gd name="connsiteY12" fmla="*/ 3441681 h 5795027"/>
                <a:gd name="connsiteX13" fmla="*/ 0 w 4447989"/>
                <a:gd name="connsiteY13" fmla="*/ 3042471 h 5795027"/>
                <a:gd name="connsiteX14" fmla="*/ 0 w 4447989"/>
                <a:gd name="connsiteY14" fmla="*/ 2752557 h 5795027"/>
                <a:gd name="connsiteX15" fmla="*/ 0 w 4447989"/>
                <a:gd name="connsiteY15" fmla="*/ 2231503 h 5795027"/>
                <a:gd name="connsiteX16" fmla="*/ 0 w 4447989"/>
                <a:gd name="connsiteY16" fmla="*/ 2048959 h 5795027"/>
                <a:gd name="connsiteX17" fmla="*/ 559354 w 4447989"/>
                <a:gd name="connsiteY17" fmla="*/ 855573 h 5795027"/>
                <a:gd name="connsiteX18" fmla="*/ 1950071 w 4447989"/>
                <a:gd name="connsiteY18" fmla="*/ 164715 h 5795027"/>
                <a:gd name="connsiteX19" fmla="*/ 2144960 w 4447989"/>
                <a:gd name="connsiteY19" fmla="*/ 0 h 5795027"/>
                <a:gd name="connsiteX20" fmla="*/ 2332832 w 4447989"/>
                <a:gd name="connsiteY20" fmla="*/ 164715 h 5795027"/>
                <a:gd name="connsiteX21" fmla="*/ 3723546 w 4447989"/>
                <a:gd name="connsiteY21" fmla="*/ 855573 h 5795027"/>
                <a:gd name="connsiteX22" fmla="*/ 4447989 w 4447989"/>
                <a:gd name="connsiteY22" fmla="*/ 2214048 h 5795027"/>
                <a:gd name="connsiteX0" fmla="*/ 4282900 w 4282900"/>
                <a:gd name="connsiteY0" fmla="*/ 2048959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3723546 w 4282900"/>
                <a:gd name="connsiteY21" fmla="*/ 855573 h 5795027"/>
                <a:gd name="connsiteX0" fmla="*/ 4248071 w 4282900"/>
                <a:gd name="connsiteY0" fmla="*/ 1519558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3723546 w 4282900"/>
                <a:gd name="connsiteY21" fmla="*/ 855573 h 5795027"/>
                <a:gd name="connsiteX0" fmla="*/ 4248071 w 4292243"/>
                <a:gd name="connsiteY0" fmla="*/ 1519558 h 5795027"/>
                <a:gd name="connsiteX1" fmla="*/ 4282900 w 4292243"/>
                <a:gd name="connsiteY1" fmla="*/ 2231503 h 5795027"/>
                <a:gd name="connsiteX2" fmla="*/ 4282900 w 4292243"/>
                <a:gd name="connsiteY2" fmla="*/ 2752557 h 5795027"/>
                <a:gd name="connsiteX3" fmla="*/ 4282900 w 4292243"/>
                <a:gd name="connsiteY3" fmla="*/ 3042471 h 5795027"/>
                <a:gd name="connsiteX4" fmla="*/ 4282900 w 4292243"/>
                <a:gd name="connsiteY4" fmla="*/ 3441681 h 5795027"/>
                <a:gd name="connsiteX5" fmla="*/ 4282900 w 4292243"/>
                <a:gd name="connsiteY5" fmla="*/ 3746068 h 5795027"/>
                <a:gd name="connsiteX6" fmla="*/ 3723546 w 4292243"/>
                <a:gd name="connsiteY6" fmla="*/ 4939455 h 5795027"/>
                <a:gd name="connsiteX7" fmla="*/ 2332829 w 4292243"/>
                <a:gd name="connsiteY7" fmla="*/ 5630311 h 5795027"/>
                <a:gd name="connsiteX8" fmla="*/ 2137940 w 4292243"/>
                <a:gd name="connsiteY8" fmla="*/ 5795027 h 5795027"/>
                <a:gd name="connsiteX9" fmla="*/ 1950069 w 4292243"/>
                <a:gd name="connsiteY9" fmla="*/ 5630311 h 5795027"/>
                <a:gd name="connsiteX10" fmla="*/ 559353 w 4292243"/>
                <a:gd name="connsiteY10" fmla="*/ 4939455 h 5795027"/>
                <a:gd name="connsiteX11" fmla="*/ 0 w 4292243"/>
                <a:gd name="connsiteY11" fmla="*/ 3746068 h 5795027"/>
                <a:gd name="connsiteX12" fmla="*/ 0 w 4292243"/>
                <a:gd name="connsiteY12" fmla="*/ 3441681 h 5795027"/>
                <a:gd name="connsiteX13" fmla="*/ 0 w 4292243"/>
                <a:gd name="connsiteY13" fmla="*/ 3042471 h 5795027"/>
                <a:gd name="connsiteX14" fmla="*/ 0 w 4292243"/>
                <a:gd name="connsiteY14" fmla="*/ 2752557 h 5795027"/>
                <a:gd name="connsiteX15" fmla="*/ 0 w 4292243"/>
                <a:gd name="connsiteY15" fmla="*/ 2231503 h 5795027"/>
                <a:gd name="connsiteX16" fmla="*/ 0 w 4292243"/>
                <a:gd name="connsiteY16" fmla="*/ 2048959 h 5795027"/>
                <a:gd name="connsiteX17" fmla="*/ 559354 w 4292243"/>
                <a:gd name="connsiteY17" fmla="*/ 855573 h 5795027"/>
                <a:gd name="connsiteX18" fmla="*/ 1950071 w 4292243"/>
                <a:gd name="connsiteY18" fmla="*/ 164715 h 5795027"/>
                <a:gd name="connsiteX19" fmla="*/ 2144960 w 4292243"/>
                <a:gd name="connsiteY19" fmla="*/ 0 h 5795027"/>
                <a:gd name="connsiteX20" fmla="*/ 2332832 w 4292243"/>
                <a:gd name="connsiteY20" fmla="*/ 164715 h 5795027"/>
                <a:gd name="connsiteX21" fmla="*/ 3723546 w 4292243"/>
                <a:gd name="connsiteY21" fmla="*/ 855573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3723546 w 4282900"/>
                <a:gd name="connsiteY21" fmla="*/ 855573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2144960 w 4282900"/>
                <a:gd name="connsiteY18" fmla="*/ 0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64279 w 4282900"/>
                <a:gd name="connsiteY17" fmla="*/ 1516418 h 5795027"/>
                <a:gd name="connsiteX18" fmla="*/ 559354 w 4282900"/>
                <a:gd name="connsiteY18" fmla="*/ 855573 h 5795027"/>
                <a:gd name="connsiteX19" fmla="*/ 2144960 w 4282900"/>
                <a:gd name="connsiteY19" fmla="*/ 0 h 5795027"/>
                <a:gd name="connsiteX0" fmla="*/ 4213242 w 4282900"/>
                <a:gd name="connsiteY0" fmla="*/ 657020 h 4939454"/>
                <a:gd name="connsiteX1" fmla="*/ 4282900 w 4282900"/>
                <a:gd name="connsiteY1" fmla="*/ 1375930 h 4939454"/>
                <a:gd name="connsiteX2" fmla="*/ 4282900 w 4282900"/>
                <a:gd name="connsiteY2" fmla="*/ 1896984 h 4939454"/>
                <a:gd name="connsiteX3" fmla="*/ 4282900 w 4282900"/>
                <a:gd name="connsiteY3" fmla="*/ 2186898 h 4939454"/>
                <a:gd name="connsiteX4" fmla="*/ 4282900 w 4282900"/>
                <a:gd name="connsiteY4" fmla="*/ 2586108 h 4939454"/>
                <a:gd name="connsiteX5" fmla="*/ 4282900 w 4282900"/>
                <a:gd name="connsiteY5" fmla="*/ 2890495 h 4939454"/>
                <a:gd name="connsiteX6" fmla="*/ 3723546 w 4282900"/>
                <a:gd name="connsiteY6" fmla="*/ 4083882 h 4939454"/>
                <a:gd name="connsiteX7" fmla="*/ 2332829 w 4282900"/>
                <a:gd name="connsiteY7" fmla="*/ 4774738 h 4939454"/>
                <a:gd name="connsiteX8" fmla="*/ 2137940 w 4282900"/>
                <a:gd name="connsiteY8" fmla="*/ 4939454 h 4939454"/>
                <a:gd name="connsiteX9" fmla="*/ 1950069 w 4282900"/>
                <a:gd name="connsiteY9" fmla="*/ 4774738 h 4939454"/>
                <a:gd name="connsiteX10" fmla="*/ 559353 w 4282900"/>
                <a:gd name="connsiteY10" fmla="*/ 4083882 h 4939454"/>
                <a:gd name="connsiteX11" fmla="*/ 0 w 4282900"/>
                <a:gd name="connsiteY11" fmla="*/ 2890495 h 4939454"/>
                <a:gd name="connsiteX12" fmla="*/ 0 w 4282900"/>
                <a:gd name="connsiteY12" fmla="*/ 2586108 h 4939454"/>
                <a:gd name="connsiteX13" fmla="*/ 0 w 4282900"/>
                <a:gd name="connsiteY13" fmla="*/ 2186898 h 4939454"/>
                <a:gd name="connsiteX14" fmla="*/ 0 w 4282900"/>
                <a:gd name="connsiteY14" fmla="*/ 1896984 h 4939454"/>
                <a:gd name="connsiteX15" fmla="*/ 0 w 4282900"/>
                <a:gd name="connsiteY15" fmla="*/ 1375930 h 4939454"/>
                <a:gd name="connsiteX16" fmla="*/ 0 w 4282900"/>
                <a:gd name="connsiteY16" fmla="*/ 1193386 h 4939454"/>
                <a:gd name="connsiteX17" fmla="*/ 64279 w 4282900"/>
                <a:gd name="connsiteY17" fmla="*/ 660845 h 4939454"/>
                <a:gd name="connsiteX18" fmla="*/ 559354 w 4282900"/>
                <a:gd name="connsiteY18" fmla="*/ 0 h 4939454"/>
                <a:gd name="connsiteX0" fmla="*/ 4213242 w 4282900"/>
                <a:gd name="connsiteY0" fmla="*/ 0 h 4282434"/>
                <a:gd name="connsiteX1" fmla="*/ 4282900 w 4282900"/>
                <a:gd name="connsiteY1" fmla="*/ 718910 h 4282434"/>
                <a:gd name="connsiteX2" fmla="*/ 4282900 w 4282900"/>
                <a:gd name="connsiteY2" fmla="*/ 1239964 h 4282434"/>
                <a:gd name="connsiteX3" fmla="*/ 4282900 w 4282900"/>
                <a:gd name="connsiteY3" fmla="*/ 1529878 h 4282434"/>
                <a:gd name="connsiteX4" fmla="*/ 4282900 w 4282900"/>
                <a:gd name="connsiteY4" fmla="*/ 1929088 h 4282434"/>
                <a:gd name="connsiteX5" fmla="*/ 4282900 w 4282900"/>
                <a:gd name="connsiteY5" fmla="*/ 2233475 h 4282434"/>
                <a:gd name="connsiteX6" fmla="*/ 3723546 w 4282900"/>
                <a:gd name="connsiteY6" fmla="*/ 3426862 h 4282434"/>
                <a:gd name="connsiteX7" fmla="*/ 2332829 w 4282900"/>
                <a:gd name="connsiteY7" fmla="*/ 4117718 h 4282434"/>
                <a:gd name="connsiteX8" fmla="*/ 2137940 w 4282900"/>
                <a:gd name="connsiteY8" fmla="*/ 4282434 h 4282434"/>
                <a:gd name="connsiteX9" fmla="*/ 1950069 w 4282900"/>
                <a:gd name="connsiteY9" fmla="*/ 4117718 h 4282434"/>
                <a:gd name="connsiteX10" fmla="*/ 559353 w 4282900"/>
                <a:gd name="connsiteY10" fmla="*/ 3426862 h 4282434"/>
                <a:gd name="connsiteX11" fmla="*/ 0 w 4282900"/>
                <a:gd name="connsiteY11" fmla="*/ 2233475 h 4282434"/>
                <a:gd name="connsiteX12" fmla="*/ 0 w 4282900"/>
                <a:gd name="connsiteY12" fmla="*/ 1929088 h 4282434"/>
                <a:gd name="connsiteX13" fmla="*/ 0 w 4282900"/>
                <a:gd name="connsiteY13" fmla="*/ 1529878 h 4282434"/>
                <a:gd name="connsiteX14" fmla="*/ 0 w 4282900"/>
                <a:gd name="connsiteY14" fmla="*/ 1239964 h 4282434"/>
                <a:gd name="connsiteX15" fmla="*/ 0 w 4282900"/>
                <a:gd name="connsiteY15" fmla="*/ 718910 h 4282434"/>
                <a:gd name="connsiteX16" fmla="*/ 0 w 4282900"/>
                <a:gd name="connsiteY16" fmla="*/ 536366 h 4282434"/>
                <a:gd name="connsiteX17" fmla="*/ 64279 w 4282900"/>
                <a:gd name="connsiteY17" fmla="*/ 3825 h 4282434"/>
                <a:gd name="connsiteX0" fmla="*/ 4213242 w 4282900"/>
                <a:gd name="connsiteY0" fmla="*/ 0 h 4282434"/>
                <a:gd name="connsiteX1" fmla="*/ 4282900 w 4282900"/>
                <a:gd name="connsiteY1" fmla="*/ 718910 h 4282434"/>
                <a:gd name="connsiteX2" fmla="*/ 4282900 w 4282900"/>
                <a:gd name="connsiteY2" fmla="*/ 1239964 h 4282434"/>
                <a:gd name="connsiteX3" fmla="*/ 4282900 w 4282900"/>
                <a:gd name="connsiteY3" fmla="*/ 1529878 h 4282434"/>
                <a:gd name="connsiteX4" fmla="*/ 4282900 w 4282900"/>
                <a:gd name="connsiteY4" fmla="*/ 1929088 h 4282434"/>
                <a:gd name="connsiteX5" fmla="*/ 4282900 w 4282900"/>
                <a:gd name="connsiteY5" fmla="*/ 2233475 h 4282434"/>
                <a:gd name="connsiteX6" fmla="*/ 3723546 w 4282900"/>
                <a:gd name="connsiteY6" fmla="*/ 3426862 h 4282434"/>
                <a:gd name="connsiteX7" fmla="*/ 2332829 w 4282900"/>
                <a:gd name="connsiteY7" fmla="*/ 4117718 h 4282434"/>
                <a:gd name="connsiteX8" fmla="*/ 2137940 w 4282900"/>
                <a:gd name="connsiteY8" fmla="*/ 4282434 h 4282434"/>
                <a:gd name="connsiteX9" fmla="*/ 1950069 w 4282900"/>
                <a:gd name="connsiteY9" fmla="*/ 4117718 h 4282434"/>
                <a:gd name="connsiteX10" fmla="*/ 559353 w 4282900"/>
                <a:gd name="connsiteY10" fmla="*/ 3426862 h 4282434"/>
                <a:gd name="connsiteX11" fmla="*/ 0 w 4282900"/>
                <a:gd name="connsiteY11" fmla="*/ 2233475 h 4282434"/>
                <a:gd name="connsiteX12" fmla="*/ 0 w 4282900"/>
                <a:gd name="connsiteY12" fmla="*/ 1929088 h 4282434"/>
                <a:gd name="connsiteX13" fmla="*/ 0 w 4282900"/>
                <a:gd name="connsiteY13" fmla="*/ 1529878 h 4282434"/>
                <a:gd name="connsiteX14" fmla="*/ 0 w 4282900"/>
                <a:gd name="connsiteY14" fmla="*/ 1239964 h 4282434"/>
                <a:gd name="connsiteX15" fmla="*/ 0 w 4282900"/>
                <a:gd name="connsiteY15" fmla="*/ 718910 h 4282434"/>
                <a:gd name="connsiteX16" fmla="*/ 0 w 4282900"/>
                <a:gd name="connsiteY16" fmla="*/ 536366 h 4282434"/>
                <a:gd name="connsiteX17" fmla="*/ 64279 w 4282900"/>
                <a:gd name="connsiteY17" fmla="*/ 3825 h 428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282900" h="4282434">
                  <a:moveTo>
                    <a:pt x="4213242" y="0"/>
                  </a:moveTo>
                  <a:cubicBezTo>
                    <a:pt x="4294511" y="306972"/>
                    <a:pt x="4271290" y="481595"/>
                    <a:pt x="4282900" y="718910"/>
                  </a:cubicBezTo>
                  <a:lnTo>
                    <a:pt x="4282900" y="1239964"/>
                  </a:lnTo>
                  <a:lnTo>
                    <a:pt x="4282900" y="1529878"/>
                  </a:lnTo>
                  <a:lnTo>
                    <a:pt x="4282900" y="1929088"/>
                  </a:lnTo>
                  <a:lnTo>
                    <a:pt x="4282900" y="2233475"/>
                  </a:lnTo>
                  <a:cubicBezTo>
                    <a:pt x="4282900" y="2849584"/>
                    <a:pt x="4108103" y="3157966"/>
                    <a:pt x="3723546" y="3426862"/>
                  </a:cubicBezTo>
                  <a:cubicBezTo>
                    <a:pt x="3323617" y="3658565"/>
                    <a:pt x="2798672" y="3757725"/>
                    <a:pt x="2332829" y="4117718"/>
                  </a:cubicBezTo>
                  <a:lnTo>
                    <a:pt x="2137940" y="4282434"/>
                  </a:lnTo>
                  <a:lnTo>
                    <a:pt x="1950069" y="4117718"/>
                  </a:lnTo>
                  <a:cubicBezTo>
                    <a:pt x="1484225" y="3757725"/>
                    <a:pt x="959280" y="3658565"/>
                    <a:pt x="559353" y="3426862"/>
                  </a:cubicBezTo>
                  <a:cubicBezTo>
                    <a:pt x="174796" y="3157966"/>
                    <a:pt x="0" y="2849584"/>
                    <a:pt x="0" y="2233475"/>
                  </a:cubicBezTo>
                  <a:lnTo>
                    <a:pt x="0" y="1929088"/>
                  </a:lnTo>
                  <a:lnTo>
                    <a:pt x="0" y="1529878"/>
                  </a:lnTo>
                  <a:lnTo>
                    <a:pt x="0" y="1239964"/>
                  </a:lnTo>
                  <a:lnTo>
                    <a:pt x="0" y="718910"/>
                  </a:lnTo>
                  <a:lnTo>
                    <a:pt x="0" y="536366"/>
                  </a:lnTo>
                  <a:cubicBezTo>
                    <a:pt x="10713" y="417185"/>
                    <a:pt x="19813" y="133066"/>
                    <a:pt x="64279" y="3825"/>
                  </a:cubicBezTo>
                </a:path>
              </a:pathLst>
            </a:custGeom>
            <a:noFill/>
            <a:ln w="25400" cap="rnd">
              <a:solidFill>
                <a:schemeClr val="bg2">
                  <a:lumMod val="75000"/>
                  <a:alpha val="6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1DFF651-C17F-4B2C-A962-32FA4958BCFA}"/>
                </a:ext>
              </a:extLst>
            </p:cNvPr>
            <p:cNvSpPr/>
            <p:nvPr/>
          </p:nvSpPr>
          <p:spPr>
            <a:xfrm>
              <a:off x="10536649" y="1823190"/>
              <a:ext cx="1654608" cy="3209758"/>
            </a:xfrm>
            <a:custGeom>
              <a:avLst/>
              <a:gdLst>
                <a:gd name="connsiteX0" fmla="*/ 2144960 w 4282900"/>
                <a:gd name="connsiteY0" fmla="*/ 0 h 5795027"/>
                <a:gd name="connsiteX1" fmla="*/ 2332832 w 4282900"/>
                <a:gd name="connsiteY1" fmla="*/ 164715 h 5795027"/>
                <a:gd name="connsiteX2" fmla="*/ 3723546 w 4282900"/>
                <a:gd name="connsiteY2" fmla="*/ 855573 h 5795027"/>
                <a:gd name="connsiteX3" fmla="*/ 4282900 w 4282900"/>
                <a:gd name="connsiteY3" fmla="*/ 2048959 h 5795027"/>
                <a:gd name="connsiteX4" fmla="*/ 4282900 w 4282900"/>
                <a:gd name="connsiteY4" fmla="*/ 2231503 h 5795027"/>
                <a:gd name="connsiteX5" fmla="*/ 4282900 w 4282900"/>
                <a:gd name="connsiteY5" fmla="*/ 2752557 h 5795027"/>
                <a:gd name="connsiteX6" fmla="*/ 4282900 w 4282900"/>
                <a:gd name="connsiteY6" fmla="*/ 3042471 h 5795027"/>
                <a:gd name="connsiteX7" fmla="*/ 4282900 w 4282900"/>
                <a:gd name="connsiteY7" fmla="*/ 3441681 h 5795027"/>
                <a:gd name="connsiteX8" fmla="*/ 4282900 w 4282900"/>
                <a:gd name="connsiteY8" fmla="*/ 3746068 h 5795027"/>
                <a:gd name="connsiteX9" fmla="*/ 3723546 w 4282900"/>
                <a:gd name="connsiteY9" fmla="*/ 4939455 h 5795027"/>
                <a:gd name="connsiteX10" fmla="*/ 2332829 w 4282900"/>
                <a:gd name="connsiteY10" fmla="*/ 5630311 h 5795027"/>
                <a:gd name="connsiteX11" fmla="*/ 2137940 w 4282900"/>
                <a:gd name="connsiteY11" fmla="*/ 5795027 h 5795027"/>
                <a:gd name="connsiteX12" fmla="*/ 1950069 w 4282900"/>
                <a:gd name="connsiteY12" fmla="*/ 5630311 h 5795027"/>
                <a:gd name="connsiteX13" fmla="*/ 559353 w 4282900"/>
                <a:gd name="connsiteY13" fmla="*/ 4939455 h 5795027"/>
                <a:gd name="connsiteX14" fmla="*/ 0 w 4282900"/>
                <a:gd name="connsiteY14" fmla="*/ 3746068 h 5795027"/>
                <a:gd name="connsiteX15" fmla="*/ 0 w 4282900"/>
                <a:gd name="connsiteY15" fmla="*/ 3441681 h 5795027"/>
                <a:gd name="connsiteX16" fmla="*/ 0 w 4282900"/>
                <a:gd name="connsiteY16" fmla="*/ 3042471 h 5795027"/>
                <a:gd name="connsiteX17" fmla="*/ 0 w 4282900"/>
                <a:gd name="connsiteY17" fmla="*/ 2752557 h 5795027"/>
                <a:gd name="connsiteX18" fmla="*/ 0 w 4282900"/>
                <a:gd name="connsiteY18" fmla="*/ 2231503 h 5795027"/>
                <a:gd name="connsiteX19" fmla="*/ 0 w 4282900"/>
                <a:gd name="connsiteY19" fmla="*/ 2048959 h 5795027"/>
                <a:gd name="connsiteX20" fmla="*/ 559354 w 4282900"/>
                <a:gd name="connsiteY20" fmla="*/ 855573 h 5795027"/>
                <a:gd name="connsiteX21" fmla="*/ 1950071 w 4282900"/>
                <a:gd name="connsiteY21" fmla="*/ 164715 h 5795027"/>
                <a:gd name="connsiteX0" fmla="*/ 2144960 w 4282900"/>
                <a:gd name="connsiteY0" fmla="*/ 0 h 5795027"/>
                <a:gd name="connsiteX1" fmla="*/ 2332832 w 4282900"/>
                <a:gd name="connsiteY1" fmla="*/ 164715 h 5795027"/>
                <a:gd name="connsiteX2" fmla="*/ 2976290 w 4282900"/>
                <a:gd name="connsiteY2" fmla="*/ 524033 h 5795027"/>
                <a:gd name="connsiteX3" fmla="*/ 3723546 w 4282900"/>
                <a:gd name="connsiteY3" fmla="*/ 855573 h 5795027"/>
                <a:gd name="connsiteX4" fmla="*/ 4282900 w 4282900"/>
                <a:gd name="connsiteY4" fmla="*/ 2048959 h 5795027"/>
                <a:gd name="connsiteX5" fmla="*/ 4282900 w 4282900"/>
                <a:gd name="connsiteY5" fmla="*/ 2231503 h 5795027"/>
                <a:gd name="connsiteX6" fmla="*/ 4282900 w 4282900"/>
                <a:gd name="connsiteY6" fmla="*/ 2752557 h 5795027"/>
                <a:gd name="connsiteX7" fmla="*/ 4282900 w 4282900"/>
                <a:gd name="connsiteY7" fmla="*/ 3042471 h 5795027"/>
                <a:gd name="connsiteX8" fmla="*/ 4282900 w 4282900"/>
                <a:gd name="connsiteY8" fmla="*/ 3441681 h 5795027"/>
                <a:gd name="connsiteX9" fmla="*/ 4282900 w 4282900"/>
                <a:gd name="connsiteY9" fmla="*/ 3746068 h 5795027"/>
                <a:gd name="connsiteX10" fmla="*/ 3723546 w 4282900"/>
                <a:gd name="connsiteY10" fmla="*/ 4939455 h 5795027"/>
                <a:gd name="connsiteX11" fmla="*/ 2332829 w 4282900"/>
                <a:gd name="connsiteY11" fmla="*/ 5630311 h 5795027"/>
                <a:gd name="connsiteX12" fmla="*/ 2137940 w 4282900"/>
                <a:gd name="connsiteY12" fmla="*/ 5795027 h 5795027"/>
                <a:gd name="connsiteX13" fmla="*/ 1950069 w 4282900"/>
                <a:gd name="connsiteY13" fmla="*/ 5630311 h 5795027"/>
                <a:gd name="connsiteX14" fmla="*/ 559353 w 4282900"/>
                <a:gd name="connsiteY14" fmla="*/ 4939455 h 5795027"/>
                <a:gd name="connsiteX15" fmla="*/ 0 w 4282900"/>
                <a:gd name="connsiteY15" fmla="*/ 3746068 h 5795027"/>
                <a:gd name="connsiteX16" fmla="*/ 0 w 4282900"/>
                <a:gd name="connsiteY16" fmla="*/ 3441681 h 5795027"/>
                <a:gd name="connsiteX17" fmla="*/ 0 w 4282900"/>
                <a:gd name="connsiteY17" fmla="*/ 3042471 h 5795027"/>
                <a:gd name="connsiteX18" fmla="*/ 0 w 4282900"/>
                <a:gd name="connsiteY18" fmla="*/ 2752557 h 5795027"/>
                <a:gd name="connsiteX19" fmla="*/ 0 w 4282900"/>
                <a:gd name="connsiteY19" fmla="*/ 2231503 h 5795027"/>
                <a:gd name="connsiteX20" fmla="*/ 0 w 4282900"/>
                <a:gd name="connsiteY20" fmla="*/ 2048959 h 5795027"/>
                <a:gd name="connsiteX21" fmla="*/ 559354 w 4282900"/>
                <a:gd name="connsiteY21" fmla="*/ 855573 h 5795027"/>
                <a:gd name="connsiteX22" fmla="*/ 1950071 w 4282900"/>
                <a:gd name="connsiteY22" fmla="*/ 164715 h 5795027"/>
                <a:gd name="connsiteX23" fmla="*/ 2144960 w 4282900"/>
                <a:gd name="connsiteY23" fmla="*/ 0 h 5795027"/>
                <a:gd name="connsiteX0" fmla="*/ 3723546 w 4282900"/>
                <a:gd name="connsiteY0" fmla="*/ 855573 h 5795027"/>
                <a:gd name="connsiteX1" fmla="*/ 4282900 w 4282900"/>
                <a:gd name="connsiteY1" fmla="*/ 2048959 h 5795027"/>
                <a:gd name="connsiteX2" fmla="*/ 4282900 w 4282900"/>
                <a:gd name="connsiteY2" fmla="*/ 2231503 h 5795027"/>
                <a:gd name="connsiteX3" fmla="*/ 4282900 w 4282900"/>
                <a:gd name="connsiteY3" fmla="*/ 2752557 h 5795027"/>
                <a:gd name="connsiteX4" fmla="*/ 4282900 w 4282900"/>
                <a:gd name="connsiteY4" fmla="*/ 3042471 h 5795027"/>
                <a:gd name="connsiteX5" fmla="*/ 4282900 w 4282900"/>
                <a:gd name="connsiteY5" fmla="*/ 3441681 h 5795027"/>
                <a:gd name="connsiteX6" fmla="*/ 4282900 w 4282900"/>
                <a:gd name="connsiteY6" fmla="*/ 3746068 h 5795027"/>
                <a:gd name="connsiteX7" fmla="*/ 3723546 w 4282900"/>
                <a:gd name="connsiteY7" fmla="*/ 4939455 h 5795027"/>
                <a:gd name="connsiteX8" fmla="*/ 2332829 w 4282900"/>
                <a:gd name="connsiteY8" fmla="*/ 5630311 h 5795027"/>
                <a:gd name="connsiteX9" fmla="*/ 2137940 w 4282900"/>
                <a:gd name="connsiteY9" fmla="*/ 5795027 h 5795027"/>
                <a:gd name="connsiteX10" fmla="*/ 1950069 w 4282900"/>
                <a:gd name="connsiteY10" fmla="*/ 5630311 h 5795027"/>
                <a:gd name="connsiteX11" fmla="*/ 559353 w 4282900"/>
                <a:gd name="connsiteY11" fmla="*/ 4939455 h 5795027"/>
                <a:gd name="connsiteX12" fmla="*/ 0 w 4282900"/>
                <a:gd name="connsiteY12" fmla="*/ 3746068 h 5795027"/>
                <a:gd name="connsiteX13" fmla="*/ 0 w 4282900"/>
                <a:gd name="connsiteY13" fmla="*/ 3441681 h 5795027"/>
                <a:gd name="connsiteX14" fmla="*/ 0 w 4282900"/>
                <a:gd name="connsiteY14" fmla="*/ 3042471 h 5795027"/>
                <a:gd name="connsiteX15" fmla="*/ 0 w 4282900"/>
                <a:gd name="connsiteY15" fmla="*/ 2752557 h 5795027"/>
                <a:gd name="connsiteX16" fmla="*/ 0 w 4282900"/>
                <a:gd name="connsiteY16" fmla="*/ 2231503 h 5795027"/>
                <a:gd name="connsiteX17" fmla="*/ 0 w 4282900"/>
                <a:gd name="connsiteY17" fmla="*/ 2048959 h 5795027"/>
                <a:gd name="connsiteX18" fmla="*/ 559354 w 4282900"/>
                <a:gd name="connsiteY18" fmla="*/ 855573 h 5795027"/>
                <a:gd name="connsiteX19" fmla="*/ 1950071 w 4282900"/>
                <a:gd name="connsiteY19" fmla="*/ 164715 h 5795027"/>
                <a:gd name="connsiteX20" fmla="*/ 2144960 w 4282900"/>
                <a:gd name="connsiteY20" fmla="*/ 0 h 5795027"/>
                <a:gd name="connsiteX21" fmla="*/ 2332832 w 4282900"/>
                <a:gd name="connsiteY21" fmla="*/ 164715 h 5795027"/>
                <a:gd name="connsiteX22" fmla="*/ 2976290 w 4282900"/>
                <a:gd name="connsiteY22" fmla="*/ 524033 h 5795027"/>
                <a:gd name="connsiteX23" fmla="*/ 3888635 w 4282900"/>
                <a:gd name="connsiteY23" fmla="*/ 1020662 h 5795027"/>
                <a:gd name="connsiteX0" fmla="*/ 4282900 w 4282900"/>
                <a:gd name="connsiteY0" fmla="*/ 2048959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2976290 w 4282900"/>
                <a:gd name="connsiteY21" fmla="*/ 524033 h 5795027"/>
                <a:gd name="connsiteX22" fmla="*/ 3888635 w 4282900"/>
                <a:gd name="connsiteY22" fmla="*/ 1020662 h 5795027"/>
                <a:gd name="connsiteX0" fmla="*/ 4282900 w 4282900"/>
                <a:gd name="connsiteY0" fmla="*/ 2048959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2976290 w 4282900"/>
                <a:gd name="connsiteY21" fmla="*/ 524033 h 5795027"/>
                <a:gd name="connsiteX0" fmla="*/ 4282900 w 4282900"/>
                <a:gd name="connsiteY0" fmla="*/ 2231503 h 5795027"/>
                <a:gd name="connsiteX1" fmla="*/ 4282900 w 4282900"/>
                <a:gd name="connsiteY1" fmla="*/ 2752557 h 5795027"/>
                <a:gd name="connsiteX2" fmla="*/ 4282900 w 4282900"/>
                <a:gd name="connsiteY2" fmla="*/ 3042471 h 5795027"/>
                <a:gd name="connsiteX3" fmla="*/ 4282900 w 4282900"/>
                <a:gd name="connsiteY3" fmla="*/ 3441681 h 5795027"/>
                <a:gd name="connsiteX4" fmla="*/ 4282900 w 4282900"/>
                <a:gd name="connsiteY4" fmla="*/ 3746068 h 5795027"/>
                <a:gd name="connsiteX5" fmla="*/ 3723546 w 4282900"/>
                <a:gd name="connsiteY5" fmla="*/ 4939455 h 5795027"/>
                <a:gd name="connsiteX6" fmla="*/ 2332829 w 4282900"/>
                <a:gd name="connsiteY6" fmla="*/ 5630311 h 5795027"/>
                <a:gd name="connsiteX7" fmla="*/ 2137940 w 4282900"/>
                <a:gd name="connsiteY7" fmla="*/ 5795027 h 5795027"/>
                <a:gd name="connsiteX8" fmla="*/ 1950069 w 4282900"/>
                <a:gd name="connsiteY8" fmla="*/ 5630311 h 5795027"/>
                <a:gd name="connsiteX9" fmla="*/ 559353 w 4282900"/>
                <a:gd name="connsiteY9" fmla="*/ 4939455 h 5795027"/>
                <a:gd name="connsiteX10" fmla="*/ 0 w 4282900"/>
                <a:gd name="connsiteY10" fmla="*/ 3746068 h 5795027"/>
                <a:gd name="connsiteX11" fmla="*/ 0 w 4282900"/>
                <a:gd name="connsiteY11" fmla="*/ 3441681 h 5795027"/>
                <a:gd name="connsiteX12" fmla="*/ 0 w 4282900"/>
                <a:gd name="connsiteY12" fmla="*/ 3042471 h 5795027"/>
                <a:gd name="connsiteX13" fmla="*/ 0 w 4282900"/>
                <a:gd name="connsiteY13" fmla="*/ 2752557 h 5795027"/>
                <a:gd name="connsiteX14" fmla="*/ 0 w 4282900"/>
                <a:gd name="connsiteY14" fmla="*/ 2231503 h 5795027"/>
                <a:gd name="connsiteX15" fmla="*/ 0 w 4282900"/>
                <a:gd name="connsiteY15" fmla="*/ 2048959 h 5795027"/>
                <a:gd name="connsiteX16" fmla="*/ 559354 w 4282900"/>
                <a:gd name="connsiteY16" fmla="*/ 855573 h 5795027"/>
                <a:gd name="connsiteX17" fmla="*/ 1950071 w 4282900"/>
                <a:gd name="connsiteY17" fmla="*/ 164715 h 5795027"/>
                <a:gd name="connsiteX18" fmla="*/ 2144960 w 4282900"/>
                <a:gd name="connsiteY18" fmla="*/ 0 h 5795027"/>
                <a:gd name="connsiteX19" fmla="*/ 2332832 w 4282900"/>
                <a:gd name="connsiteY19" fmla="*/ 164715 h 5795027"/>
                <a:gd name="connsiteX20" fmla="*/ 2976290 w 4282900"/>
                <a:gd name="connsiteY20" fmla="*/ 524033 h 5795027"/>
                <a:gd name="connsiteX0" fmla="*/ 4282900 w 4282900"/>
                <a:gd name="connsiteY0" fmla="*/ 2752557 h 5795027"/>
                <a:gd name="connsiteX1" fmla="*/ 4282900 w 4282900"/>
                <a:gd name="connsiteY1" fmla="*/ 3042471 h 5795027"/>
                <a:gd name="connsiteX2" fmla="*/ 4282900 w 4282900"/>
                <a:gd name="connsiteY2" fmla="*/ 3441681 h 5795027"/>
                <a:gd name="connsiteX3" fmla="*/ 4282900 w 4282900"/>
                <a:gd name="connsiteY3" fmla="*/ 3746068 h 5795027"/>
                <a:gd name="connsiteX4" fmla="*/ 3723546 w 4282900"/>
                <a:gd name="connsiteY4" fmla="*/ 4939455 h 5795027"/>
                <a:gd name="connsiteX5" fmla="*/ 2332829 w 4282900"/>
                <a:gd name="connsiteY5" fmla="*/ 5630311 h 5795027"/>
                <a:gd name="connsiteX6" fmla="*/ 2137940 w 4282900"/>
                <a:gd name="connsiteY6" fmla="*/ 5795027 h 5795027"/>
                <a:gd name="connsiteX7" fmla="*/ 1950069 w 4282900"/>
                <a:gd name="connsiteY7" fmla="*/ 5630311 h 5795027"/>
                <a:gd name="connsiteX8" fmla="*/ 559353 w 4282900"/>
                <a:gd name="connsiteY8" fmla="*/ 4939455 h 5795027"/>
                <a:gd name="connsiteX9" fmla="*/ 0 w 4282900"/>
                <a:gd name="connsiteY9" fmla="*/ 3746068 h 5795027"/>
                <a:gd name="connsiteX10" fmla="*/ 0 w 4282900"/>
                <a:gd name="connsiteY10" fmla="*/ 3441681 h 5795027"/>
                <a:gd name="connsiteX11" fmla="*/ 0 w 4282900"/>
                <a:gd name="connsiteY11" fmla="*/ 3042471 h 5795027"/>
                <a:gd name="connsiteX12" fmla="*/ 0 w 4282900"/>
                <a:gd name="connsiteY12" fmla="*/ 2752557 h 5795027"/>
                <a:gd name="connsiteX13" fmla="*/ 0 w 4282900"/>
                <a:gd name="connsiteY13" fmla="*/ 2231503 h 5795027"/>
                <a:gd name="connsiteX14" fmla="*/ 0 w 4282900"/>
                <a:gd name="connsiteY14" fmla="*/ 2048959 h 5795027"/>
                <a:gd name="connsiteX15" fmla="*/ 559354 w 4282900"/>
                <a:gd name="connsiteY15" fmla="*/ 855573 h 5795027"/>
                <a:gd name="connsiteX16" fmla="*/ 1950071 w 4282900"/>
                <a:gd name="connsiteY16" fmla="*/ 164715 h 5795027"/>
                <a:gd name="connsiteX17" fmla="*/ 2144960 w 4282900"/>
                <a:gd name="connsiteY17" fmla="*/ 0 h 5795027"/>
                <a:gd name="connsiteX18" fmla="*/ 2332832 w 4282900"/>
                <a:gd name="connsiteY18" fmla="*/ 164715 h 5795027"/>
                <a:gd name="connsiteX19" fmla="*/ 2976290 w 4282900"/>
                <a:gd name="connsiteY19" fmla="*/ 524033 h 5795027"/>
                <a:gd name="connsiteX0" fmla="*/ 4282900 w 4282900"/>
                <a:gd name="connsiteY0" fmla="*/ 3042471 h 5795027"/>
                <a:gd name="connsiteX1" fmla="*/ 4282900 w 4282900"/>
                <a:gd name="connsiteY1" fmla="*/ 3441681 h 5795027"/>
                <a:gd name="connsiteX2" fmla="*/ 4282900 w 4282900"/>
                <a:gd name="connsiteY2" fmla="*/ 3746068 h 5795027"/>
                <a:gd name="connsiteX3" fmla="*/ 3723546 w 4282900"/>
                <a:gd name="connsiteY3" fmla="*/ 4939455 h 5795027"/>
                <a:gd name="connsiteX4" fmla="*/ 2332829 w 4282900"/>
                <a:gd name="connsiteY4" fmla="*/ 5630311 h 5795027"/>
                <a:gd name="connsiteX5" fmla="*/ 2137940 w 4282900"/>
                <a:gd name="connsiteY5" fmla="*/ 5795027 h 5795027"/>
                <a:gd name="connsiteX6" fmla="*/ 1950069 w 4282900"/>
                <a:gd name="connsiteY6" fmla="*/ 5630311 h 5795027"/>
                <a:gd name="connsiteX7" fmla="*/ 559353 w 4282900"/>
                <a:gd name="connsiteY7" fmla="*/ 4939455 h 5795027"/>
                <a:gd name="connsiteX8" fmla="*/ 0 w 4282900"/>
                <a:gd name="connsiteY8" fmla="*/ 3746068 h 5795027"/>
                <a:gd name="connsiteX9" fmla="*/ 0 w 4282900"/>
                <a:gd name="connsiteY9" fmla="*/ 3441681 h 5795027"/>
                <a:gd name="connsiteX10" fmla="*/ 0 w 4282900"/>
                <a:gd name="connsiteY10" fmla="*/ 3042471 h 5795027"/>
                <a:gd name="connsiteX11" fmla="*/ 0 w 4282900"/>
                <a:gd name="connsiteY11" fmla="*/ 2752557 h 5795027"/>
                <a:gd name="connsiteX12" fmla="*/ 0 w 4282900"/>
                <a:gd name="connsiteY12" fmla="*/ 2231503 h 5795027"/>
                <a:gd name="connsiteX13" fmla="*/ 0 w 4282900"/>
                <a:gd name="connsiteY13" fmla="*/ 2048959 h 5795027"/>
                <a:gd name="connsiteX14" fmla="*/ 559354 w 4282900"/>
                <a:gd name="connsiteY14" fmla="*/ 855573 h 5795027"/>
                <a:gd name="connsiteX15" fmla="*/ 1950071 w 4282900"/>
                <a:gd name="connsiteY15" fmla="*/ 164715 h 5795027"/>
                <a:gd name="connsiteX16" fmla="*/ 2144960 w 4282900"/>
                <a:gd name="connsiteY16" fmla="*/ 0 h 5795027"/>
                <a:gd name="connsiteX17" fmla="*/ 2332832 w 4282900"/>
                <a:gd name="connsiteY17" fmla="*/ 164715 h 5795027"/>
                <a:gd name="connsiteX18" fmla="*/ 2976290 w 4282900"/>
                <a:gd name="connsiteY18" fmla="*/ 524033 h 5795027"/>
                <a:gd name="connsiteX0" fmla="*/ 4282900 w 4282900"/>
                <a:gd name="connsiteY0" fmla="*/ 3441681 h 5795027"/>
                <a:gd name="connsiteX1" fmla="*/ 4282900 w 4282900"/>
                <a:gd name="connsiteY1" fmla="*/ 3746068 h 5795027"/>
                <a:gd name="connsiteX2" fmla="*/ 3723546 w 4282900"/>
                <a:gd name="connsiteY2" fmla="*/ 4939455 h 5795027"/>
                <a:gd name="connsiteX3" fmla="*/ 2332829 w 4282900"/>
                <a:gd name="connsiteY3" fmla="*/ 5630311 h 5795027"/>
                <a:gd name="connsiteX4" fmla="*/ 2137940 w 4282900"/>
                <a:gd name="connsiteY4" fmla="*/ 5795027 h 5795027"/>
                <a:gd name="connsiteX5" fmla="*/ 1950069 w 4282900"/>
                <a:gd name="connsiteY5" fmla="*/ 5630311 h 5795027"/>
                <a:gd name="connsiteX6" fmla="*/ 559353 w 4282900"/>
                <a:gd name="connsiteY6" fmla="*/ 4939455 h 5795027"/>
                <a:gd name="connsiteX7" fmla="*/ 0 w 4282900"/>
                <a:gd name="connsiteY7" fmla="*/ 3746068 h 5795027"/>
                <a:gd name="connsiteX8" fmla="*/ 0 w 4282900"/>
                <a:gd name="connsiteY8" fmla="*/ 3441681 h 5795027"/>
                <a:gd name="connsiteX9" fmla="*/ 0 w 4282900"/>
                <a:gd name="connsiteY9" fmla="*/ 3042471 h 5795027"/>
                <a:gd name="connsiteX10" fmla="*/ 0 w 4282900"/>
                <a:gd name="connsiteY10" fmla="*/ 2752557 h 5795027"/>
                <a:gd name="connsiteX11" fmla="*/ 0 w 4282900"/>
                <a:gd name="connsiteY11" fmla="*/ 2231503 h 5795027"/>
                <a:gd name="connsiteX12" fmla="*/ 0 w 4282900"/>
                <a:gd name="connsiteY12" fmla="*/ 2048959 h 5795027"/>
                <a:gd name="connsiteX13" fmla="*/ 559354 w 4282900"/>
                <a:gd name="connsiteY13" fmla="*/ 855573 h 5795027"/>
                <a:gd name="connsiteX14" fmla="*/ 1950071 w 4282900"/>
                <a:gd name="connsiteY14" fmla="*/ 164715 h 5795027"/>
                <a:gd name="connsiteX15" fmla="*/ 2144960 w 4282900"/>
                <a:gd name="connsiteY15" fmla="*/ 0 h 5795027"/>
                <a:gd name="connsiteX16" fmla="*/ 2332832 w 4282900"/>
                <a:gd name="connsiteY16" fmla="*/ 164715 h 5795027"/>
                <a:gd name="connsiteX17" fmla="*/ 2976290 w 4282900"/>
                <a:gd name="connsiteY17" fmla="*/ 524033 h 5795027"/>
                <a:gd name="connsiteX0" fmla="*/ 4282900 w 4282900"/>
                <a:gd name="connsiteY0" fmla="*/ 3441681 h 5795027"/>
                <a:gd name="connsiteX1" fmla="*/ 3723546 w 4282900"/>
                <a:gd name="connsiteY1" fmla="*/ 4939455 h 5795027"/>
                <a:gd name="connsiteX2" fmla="*/ 2332829 w 4282900"/>
                <a:gd name="connsiteY2" fmla="*/ 5630311 h 5795027"/>
                <a:gd name="connsiteX3" fmla="*/ 2137940 w 4282900"/>
                <a:gd name="connsiteY3" fmla="*/ 5795027 h 5795027"/>
                <a:gd name="connsiteX4" fmla="*/ 1950069 w 4282900"/>
                <a:gd name="connsiteY4" fmla="*/ 5630311 h 5795027"/>
                <a:gd name="connsiteX5" fmla="*/ 559353 w 4282900"/>
                <a:gd name="connsiteY5" fmla="*/ 4939455 h 5795027"/>
                <a:gd name="connsiteX6" fmla="*/ 0 w 4282900"/>
                <a:gd name="connsiteY6" fmla="*/ 3746068 h 5795027"/>
                <a:gd name="connsiteX7" fmla="*/ 0 w 4282900"/>
                <a:gd name="connsiteY7" fmla="*/ 3441681 h 5795027"/>
                <a:gd name="connsiteX8" fmla="*/ 0 w 4282900"/>
                <a:gd name="connsiteY8" fmla="*/ 3042471 h 5795027"/>
                <a:gd name="connsiteX9" fmla="*/ 0 w 4282900"/>
                <a:gd name="connsiteY9" fmla="*/ 2752557 h 5795027"/>
                <a:gd name="connsiteX10" fmla="*/ 0 w 4282900"/>
                <a:gd name="connsiteY10" fmla="*/ 2231503 h 5795027"/>
                <a:gd name="connsiteX11" fmla="*/ 0 w 4282900"/>
                <a:gd name="connsiteY11" fmla="*/ 2048959 h 5795027"/>
                <a:gd name="connsiteX12" fmla="*/ 559354 w 4282900"/>
                <a:gd name="connsiteY12" fmla="*/ 855573 h 5795027"/>
                <a:gd name="connsiteX13" fmla="*/ 1950071 w 4282900"/>
                <a:gd name="connsiteY13" fmla="*/ 164715 h 5795027"/>
                <a:gd name="connsiteX14" fmla="*/ 2144960 w 4282900"/>
                <a:gd name="connsiteY14" fmla="*/ 0 h 5795027"/>
                <a:gd name="connsiteX15" fmla="*/ 2332832 w 4282900"/>
                <a:gd name="connsiteY15" fmla="*/ 164715 h 5795027"/>
                <a:gd name="connsiteX16" fmla="*/ 2976290 w 4282900"/>
                <a:gd name="connsiteY16" fmla="*/ 524033 h 5795027"/>
                <a:gd name="connsiteX0" fmla="*/ 3723546 w 3723546"/>
                <a:gd name="connsiteY0" fmla="*/ 4939455 h 5795027"/>
                <a:gd name="connsiteX1" fmla="*/ 2332829 w 3723546"/>
                <a:gd name="connsiteY1" fmla="*/ 5630311 h 5795027"/>
                <a:gd name="connsiteX2" fmla="*/ 2137940 w 3723546"/>
                <a:gd name="connsiteY2" fmla="*/ 5795027 h 5795027"/>
                <a:gd name="connsiteX3" fmla="*/ 1950069 w 3723546"/>
                <a:gd name="connsiteY3" fmla="*/ 5630311 h 5795027"/>
                <a:gd name="connsiteX4" fmla="*/ 559353 w 3723546"/>
                <a:gd name="connsiteY4" fmla="*/ 4939455 h 5795027"/>
                <a:gd name="connsiteX5" fmla="*/ 0 w 3723546"/>
                <a:gd name="connsiteY5" fmla="*/ 3746068 h 5795027"/>
                <a:gd name="connsiteX6" fmla="*/ 0 w 3723546"/>
                <a:gd name="connsiteY6" fmla="*/ 3441681 h 5795027"/>
                <a:gd name="connsiteX7" fmla="*/ 0 w 3723546"/>
                <a:gd name="connsiteY7" fmla="*/ 3042471 h 5795027"/>
                <a:gd name="connsiteX8" fmla="*/ 0 w 3723546"/>
                <a:gd name="connsiteY8" fmla="*/ 2752557 h 5795027"/>
                <a:gd name="connsiteX9" fmla="*/ 0 w 3723546"/>
                <a:gd name="connsiteY9" fmla="*/ 2231503 h 5795027"/>
                <a:gd name="connsiteX10" fmla="*/ 0 w 3723546"/>
                <a:gd name="connsiteY10" fmla="*/ 2048959 h 5795027"/>
                <a:gd name="connsiteX11" fmla="*/ 559354 w 3723546"/>
                <a:gd name="connsiteY11" fmla="*/ 855573 h 5795027"/>
                <a:gd name="connsiteX12" fmla="*/ 1950071 w 3723546"/>
                <a:gd name="connsiteY12" fmla="*/ 164715 h 5795027"/>
                <a:gd name="connsiteX13" fmla="*/ 2144960 w 3723546"/>
                <a:gd name="connsiteY13" fmla="*/ 0 h 5795027"/>
                <a:gd name="connsiteX14" fmla="*/ 2332832 w 3723546"/>
                <a:gd name="connsiteY14" fmla="*/ 164715 h 5795027"/>
                <a:gd name="connsiteX15" fmla="*/ 2976290 w 3723546"/>
                <a:gd name="connsiteY15" fmla="*/ 524033 h 5795027"/>
                <a:gd name="connsiteX0" fmla="*/ 3723546 w 3723546"/>
                <a:gd name="connsiteY0" fmla="*/ 4939455 h 5795027"/>
                <a:gd name="connsiteX1" fmla="*/ 2989878 w 3723546"/>
                <a:gd name="connsiteY1" fmla="*/ 5266109 h 5795027"/>
                <a:gd name="connsiteX2" fmla="*/ 2332829 w 3723546"/>
                <a:gd name="connsiteY2" fmla="*/ 5630311 h 5795027"/>
                <a:gd name="connsiteX3" fmla="*/ 2137940 w 3723546"/>
                <a:gd name="connsiteY3" fmla="*/ 5795027 h 5795027"/>
                <a:gd name="connsiteX4" fmla="*/ 1950069 w 3723546"/>
                <a:gd name="connsiteY4" fmla="*/ 5630311 h 5795027"/>
                <a:gd name="connsiteX5" fmla="*/ 559353 w 3723546"/>
                <a:gd name="connsiteY5" fmla="*/ 4939455 h 5795027"/>
                <a:gd name="connsiteX6" fmla="*/ 0 w 3723546"/>
                <a:gd name="connsiteY6" fmla="*/ 3746068 h 5795027"/>
                <a:gd name="connsiteX7" fmla="*/ 0 w 3723546"/>
                <a:gd name="connsiteY7" fmla="*/ 3441681 h 5795027"/>
                <a:gd name="connsiteX8" fmla="*/ 0 w 3723546"/>
                <a:gd name="connsiteY8" fmla="*/ 3042471 h 5795027"/>
                <a:gd name="connsiteX9" fmla="*/ 0 w 3723546"/>
                <a:gd name="connsiteY9" fmla="*/ 2752557 h 5795027"/>
                <a:gd name="connsiteX10" fmla="*/ 0 w 3723546"/>
                <a:gd name="connsiteY10" fmla="*/ 2231503 h 5795027"/>
                <a:gd name="connsiteX11" fmla="*/ 0 w 3723546"/>
                <a:gd name="connsiteY11" fmla="*/ 2048959 h 5795027"/>
                <a:gd name="connsiteX12" fmla="*/ 559354 w 3723546"/>
                <a:gd name="connsiteY12" fmla="*/ 855573 h 5795027"/>
                <a:gd name="connsiteX13" fmla="*/ 1950071 w 3723546"/>
                <a:gd name="connsiteY13" fmla="*/ 164715 h 5795027"/>
                <a:gd name="connsiteX14" fmla="*/ 2144960 w 3723546"/>
                <a:gd name="connsiteY14" fmla="*/ 0 h 5795027"/>
                <a:gd name="connsiteX15" fmla="*/ 2332832 w 3723546"/>
                <a:gd name="connsiteY15" fmla="*/ 164715 h 5795027"/>
                <a:gd name="connsiteX16" fmla="*/ 2976290 w 3723546"/>
                <a:gd name="connsiteY16" fmla="*/ 524033 h 5795027"/>
                <a:gd name="connsiteX0" fmla="*/ 2989878 w 2989878"/>
                <a:gd name="connsiteY0" fmla="*/ 5266109 h 5795027"/>
                <a:gd name="connsiteX1" fmla="*/ 2332829 w 2989878"/>
                <a:gd name="connsiteY1" fmla="*/ 5630311 h 5795027"/>
                <a:gd name="connsiteX2" fmla="*/ 2137940 w 2989878"/>
                <a:gd name="connsiteY2" fmla="*/ 5795027 h 5795027"/>
                <a:gd name="connsiteX3" fmla="*/ 1950069 w 2989878"/>
                <a:gd name="connsiteY3" fmla="*/ 5630311 h 5795027"/>
                <a:gd name="connsiteX4" fmla="*/ 559353 w 2989878"/>
                <a:gd name="connsiteY4" fmla="*/ 4939455 h 5795027"/>
                <a:gd name="connsiteX5" fmla="*/ 0 w 2989878"/>
                <a:gd name="connsiteY5" fmla="*/ 3746068 h 5795027"/>
                <a:gd name="connsiteX6" fmla="*/ 0 w 2989878"/>
                <a:gd name="connsiteY6" fmla="*/ 3441681 h 5795027"/>
                <a:gd name="connsiteX7" fmla="*/ 0 w 2989878"/>
                <a:gd name="connsiteY7" fmla="*/ 3042471 h 5795027"/>
                <a:gd name="connsiteX8" fmla="*/ 0 w 2989878"/>
                <a:gd name="connsiteY8" fmla="*/ 2752557 h 5795027"/>
                <a:gd name="connsiteX9" fmla="*/ 0 w 2989878"/>
                <a:gd name="connsiteY9" fmla="*/ 2231503 h 5795027"/>
                <a:gd name="connsiteX10" fmla="*/ 0 w 2989878"/>
                <a:gd name="connsiteY10" fmla="*/ 2048959 h 5795027"/>
                <a:gd name="connsiteX11" fmla="*/ 559354 w 2989878"/>
                <a:gd name="connsiteY11" fmla="*/ 855573 h 5795027"/>
                <a:gd name="connsiteX12" fmla="*/ 1950071 w 2989878"/>
                <a:gd name="connsiteY12" fmla="*/ 164715 h 5795027"/>
                <a:gd name="connsiteX13" fmla="*/ 2144960 w 2989878"/>
                <a:gd name="connsiteY13" fmla="*/ 0 h 5795027"/>
                <a:gd name="connsiteX14" fmla="*/ 2332832 w 2989878"/>
                <a:gd name="connsiteY14" fmla="*/ 164715 h 5795027"/>
                <a:gd name="connsiteX15" fmla="*/ 2976290 w 2989878"/>
                <a:gd name="connsiteY15" fmla="*/ 524033 h 5795027"/>
                <a:gd name="connsiteX0" fmla="*/ 2989878 w 2989878"/>
                <a:gd name="connsiteY0" fmla="*/ 5266109 h 5795027"/>
                <a:gd name="connsiteX1" fmla="*/ 2332829 w 2989878"/>
                <a:gd name="connsiteY1" fmla="*/ 5630311 h 5795027"/>
                <a:gd name="connsiteX2" fmla="*/ 2137940 w 2989878"/>
                <a:gd name="connsiteY2" fmla="*/ 5795027 h 5795027"/>
                <a:gd name="connsiteX3" fmla="*/ 1950069 w 2989878"/>
                <a:gd name="connsiteY3" fmla="*/ 5630311 h 5795027"/>
                <a:gd name="connsiteX4" fmla="*/ 559353 w 2989878"/>
                <a:gd name="connsiteY4" fmla="*/ 4939455 h 5795027"/>
                <a:gd name="connsiteX5" fmla="*/ 0 w 2989878"/>
                <a:gd name="connsiteY5" fmla="*/ 3746068 h 5795027"/>
                <a:gd name="connsiteX6" fmla="*/ 0 w 2989878"/>
                <a:gd name="connsiteY6" fmla="*/ 3441681 h 5795027"/>
                <a:gd name="connsiteX7" fmla="*/ 0 w 2989878"/>
                <a:gd name="connsiteY7" fmla="*/ 3042471 h 5795027"/>
                <a:gd name="connsiteX8" fmla="*/ 0 w 2989878"/>
                <a:gd name="connsiteY8" fmla="*/ 2752557 h 5795027"/>
                <a:gd name="connsiteX9" fmla="*/ 0 w 2989878"/>
                <a:gd name="connsiteY9" fmla="*/ 2231503 h 5795027"/>
                <a:gd name="connsiteX10" fmla="*/ 0 w 2989878"/>
                <a:gd name="connsiteY10" fmla="*/ 2048959 h 5795027"/>
                <a:gd name="connsiteX11" fmla="*/ 559354 w 2989878"/>
                <a:gd name="connsiteY11" fmla="*/ 855573 h 5795027"/>
                <a:gd name="connsiteX12" fmla="*/ 1950071 w 2989878"/>
                <a:gd name="connsiteY12" fmla="*/ 164715 h 5795027"/>
                <a:gd name="connsiteX13" fmla="*/ 2144960 w 2989878"/>
                <a:gd name="connsiteY13" fmla="*/ 0 h 5795027"/>
                <a:gd name="connsiteX14" fmla="*/ 2332832 w 2989878"/>
                <a:gd name="connsiteY14" fmla="*/ 164715 h 5795027"/>
                <a:gd name="connsiteX15" fmla="*/ 2976290 w 2989878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87296"/>
                <a:gd name="connsiteY0" fmla="*/ 5266109 h 5795027"/>
                <a:gd name="connsiteX1" fmla="*/ 2332829 w 2987296"/>
                <a:gd name="connsiteY1" fmla="*/ 5630311 h 5795027"/>
                <a:gd name="connsiteX2" fmla="*/ 2137940 w 2987296"/>
                <a:gd name="connsiteY2" fmla="*/ 5795027 h 5795027"/>
                <a:gd name="connsiteX3" fmla="*/ 1950069 w 2987296"/>
                <a:gd name="connsiteY3" fmla="*/ 5630311 h 5795027"/>
                <a:gd name="connsiteX4" fmla="*/ 559353 w 2987296"/>
                <a:gd name="connsiteY4" fmla="*/ 4939455 h 5795027"/>
                <a:gd name="connsiteX5" fmla="*/ 0 w 2987296"/>
                <a:gd name="connsiteY5" fmla="*/ 3746068 h 5795027"/>
                <a:gd name="connsiteX6" fmla="*/ 0 w 2987296"/>
                <a:gd name="connsiteY6" fmla="*/ 3441681 h 5795027"/>
                <a:gd name="connsiteX7" fmla="*/ 0 w 2987296"/>
                <a:gd name="connsiteY7" fmla="*/ 3042471 h 5795027"/>
                <a:gd name="connsiteX8" fmla="*/ 0 w 2987296"/>
                <a:gd name="connsiteY8" fmla="*/ 2752557 h 5795027"/>
                <a:gd name="connsiteX9" fmla="*/ 0 w 2987296"/>
                <a:gd name="connsiteY9" fmla="*/ 2231503 h 5795027"/>
                <a:gd name="connsiteX10" fmla="*/ 0 w 2987296"/>
                <a:gd name="connsiteY10" fmla="*/ 2048959 h 5795027"/>
                <a:gd name="connsiteX11" fmla="*/ 559354 w 2987296"/>
                <a:gd name="connsiteY11" fmla="*/ 855573 h 5795027"/>
                <a:gd name="connsiteX12" fmla="*/ 1950071 w 2987296"/>
                <a:gd name="connsiteY12" fmla="*/ 164715 h 5795027"/>
                <a:gd name="connsiteX13" fmla="*/ 2144960 w 2987296"/>
                <a:gd name="connsiteY13" fmla="*/ 0 h 5795027"/>
                <a:gd name="connsiteX14" fmla="*/ 2332832 w 2987296"/>
                <a:gd name="connsiteY14" fmla="*/ 164715 h 5795027"/>
                <a:gd name="connsiteX15" fmla="*/ 2987296 w 2987296"/>
                <a:gd name="connsiteY15" fmla="*/ 557051 h 5795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987296" h="5795027">
                  <a:moveTo>
                    <a:pt x="2955049" y="5266109"/>
                  </a:moveTo>
                  <a:cubicBezTo>
                    <a:pt x="2737194" y="5332489"/>
                    <a:pt x="2474819" y="5542158"/>
                    <a:pt x="2332829" y="5630311"/>
                  </a:cubicBezTo>
                  <a:lnTo>
                    <a:pt x="2137940" y="5795027"/>
                  </a:lnTo>
                  <a:lnTo>
                    <a:pt x="1950069" y="5630311"/>
                  </a:lnTo>
                  <a:cubicBezTo>
                    <a:pt x="1484225" y="5270318"/>
                    <a:pt x="959280" y="5171158"/>
                    <a:pt x="559353" y="4939455"/>
                  </a:cubicBezTo>
                  <a:cubicBezTo>
                    <a:pt x="174796" y="4670559"/>
                    <a:pt x="0" y="4362177"/>
                    <a:pt x="0" y="3746068"/>
                  </a:cubicBezTo>
                  <a:lnTo>
                    <a:pt x="0" y="3441681"/>
                  </a:lnTo>
                  <a:lnTo>
                    <a:pt x="0" y="3042471"/>
                  </a:lnTo>
                  <a:lnTo>
                    <a:pt x="0" y="2752557"/>
                  </a:lnTo>
                  <a:lnTo>
                    <a:pt x="0" y="2231503"/>
                  </a:lnTo>
                  <a:lnTo>
                    <a:pt x="0" y="2048959"/>
                  </a:lnTo>
                  <a:cubicBezTo>
                    <a:pt x="0" y="1432851"/>
                    <a:pt x="174797" y="1124469"/>
                    <a:pt x="559354" y="855573"/>
                  </a:cubicBezTo>
                  <a:cubicBezTo>
                    <a:pt x="959283" y="623869"/>
                    <a:pt x="1484227" y="524709"/>
                    <a:pt x="1950071" y="164715"/>
                  </a:cubicBezTo>
                  <a:lnTo>
                    <a:pt x="2144960" y="0"/>
                  </a:lnTo>
                  <a:lnTo>
                    <a:pt x="2332832" y="164715"/>
                  </a:lnTo>
                  <a:cubicBezTo>
                    <a:pt x="2471387" y="252054"/>
                    <a:pt x="2755510" y="441908"/>
                    <a:pt x="2987296" y="557051"/>
                  </a:cubicBezTo>
                </a:path>
              </a:pathLst>
            </a:custGeom>
            <a:noFill/>
            <a:ln w="25400" cap="rnd">
              <a:solidFill>
                <a:schemeClr val="bg2">
                  <a:lumMod val="75000"/>
                  <a:alpha val="6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9B263D-CDF8-431B-A5D1-9687649138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31030" y="866253"/>
            <a:ext cx="2222769" cy="531071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B6B9BE-E660-4F3A-ABA1-86667DC133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66253"/>
            <a:ext cx="8164286" cy="5310710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082700-F509-4302-AE0E-6CC56401A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03BD63-5B0C-4FB3-8434-8EA1A84F2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F3E9EB-019B-4F03-8147-D6CBA6B1E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378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D206359A-F1E3-49EE-BBC2-40888C4A3628}"/>
              </a:ext>
            </a:extLst>
          </p:cNvPr>
          <p:cNvGrpSpPr/>
          <p:nvPr/>
        </p:nvGrpSpPr>
        <p:grpSpPr>
          <a:xfrm>
            <a:off x="9265700" y="2026"/>
            <a:ext cx="2926300" cy="5030922"/>
            <a:chOff x="9265700" y="2026"/>
            <a:chExt cx="2926300" cy="5030922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ED90C42-6A0F-48E8-BF96-7D3E2A395EC7}"/>
                </a:ext>
              </a:extLst>
            </p:cNvPr>
            <p:cNvSpPr/>
            <p:nvPr/>
          </p:nvSpPr>
          <p:spPr>
            <a:xfrm>
              <a:off x="9326904" y="2026"/>
              <a:ext cx="2249810" cy="2294745"/>
            </a:xfrm>
            <a:custGeom>
              <a:avLst/>
              <a:gdLst>
                <a:gd name="connsiteX0" fmla="*/ 49162 w 2249810"/>
                <a:gd name="connsiteY0" fmla="*/ 0 h 2294745"/>
                <a:gd name="connsiteX1" fmla="*/ 2200648 w 2249810"/>
                <a:gd name="connsiteY1" fmla="*/ 0 h 2294745"/>
                <a:gd name="connsiteX2" fmla="*/ 2210105 w 2249810"/>
                <a:gd name="connsiteY2" fmla="*/ 23601 h 2294745"/>
                <a:gd name="connsiteX3" fmla="*/ 2249810 w 2249810"/>
                <a:gd name="connsiteY3" fmla="*/ 326934 h 2294745"/>
                <a:gd name="connsiteX4" fmla="*/ 2249810 w 2249810"/>
                <a:gd name="connsiteY4" fmla="*/ 422824 h 2294745"/>
                <a:gd name="connsiteX5" fmla="*/ 2249810 w 2249810"/>
                <a:gd name="connsiteY5" fmla="*/ 696534 h 2294745"/>
                <a:gd name="connsiteX6" fmla="*/ 2249810 w 2249810"/>
                <a:gd name="connsiteY6" fmla="*/ 848826 h 2294745"/>
                <a:gd name="connsiteX7" fmla="*/ 2249810 w 2249810"/>
                <a:gd name="connsiteY7" fmla="*/ 1058531 h 2294745"/>
                <a:gd name="connsiteX8" fmla="*/ 2249810 w 2249810"/>
                <a:gd name="connsiteY8" fmla="*/ 1218426 h 2294745"/>
                <a:gd name="connsiteX9" fmla="*/ 1955981 w 2249810"/>
                <a:gd name="connsiteY9" fmla="*/ 1845313 h 2294745"/>
                <a:gd name="connsiteX10" fmla="*/ 1225437 w 2249810"/>
                <a:gd name="connsiteY10" fmla="*/ 2208220 h 2294745"/>
                <a:gd name="connsiteX11" fmla="*/ 1123061 w 2249810"/>
                <a:gd name="connsiteY11" fmla="*/ 2294745 h 2294745"/>
                <a:gd name="connsiteX12" fmla="*/ 1024372 w 2249810"/>
                <a:gd name="connsiteY12" fmla="*/ 2208220 h 2294745"/>
                <a:gd name="connsiteX13" fmla="*/ 293828 w 2249810"/>
                <a:gd name="connsiteY13" fmla="*/ 1845313 h 2294745"/>
                <a:gd name="connsiteX14" fmla="*/ 0 w 2249810"/>
                <a:gd name="connsiteY14" fmla="*/ 1218426 h 2294745"/>
                <a:gd name="connsiteX15" fmla="*/ 0 w 2249810"/>
                <a:gd name="connsiteY15" fmla="*/ 1058531 h 2294745"/>
                <a:gd name="connsiteX16" fmla="*/ 0 w 2249810"/>
                <a:gd name="connsiteY16" fmla="*/ 848826 h 2294745"/>
                <a:gd name="connsiteX17" fmla="*/ 0 w 2249810"/>
                <a:gd name="connsiteY17" fmla="*/ 696534 h 2294745"/>
                <a:gd name="connsiteX18" fmla="*/ 0 w 2249810"/>
                <a:gd name="connsiteY18" fmla="*/ 422824 h 2294745"/>
                <a:gd name="connsiteX19" fmla="*/ 0 w 2249810"/>
                <a:gd name="connsiteY19" fmla="*/ 326934 h 2294745"/>
                <a:gd name="connsiteX20" fmla="*/ 39705 w 2249810"/>
                <a:gd name="connsiteY20" fmla="*/ 23601 h 2294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49810" h="2294745">
                  <a:moveTo>
                    <a:pt x="49162" y="0"/>
                  </a:moveTo>
                  <a:lnTo>
                    <a:pt x="2200648" y="0"/>
                  </a:lnTo>
                  <a:lnTo>
                    <a:pt x="2210105" y="23601"/>
                  </a:lnTo>
                  <a:cubicBezTo>
                    <a:pt x="2236898" y="106934"/>
                    <a:pt x="2249810" y="205568"/>
                    <a:pt x="2249810" y="326934"/>
                  </a:cubicBezTo>
                  <a:lnTo>
                    <a:pt x="2249810" y="422824"/>
                  </a:lnTo>
                  <a:lnTo>
                    <a:pt x="2249810" y="696534"/>
                  </a:lnTo>
                  <a:lnTo>
                    <a:pt x="2249810" y="848826"/>
                  </a:lnTo>
                  <a:lnTo>
                    <a:pt x="2249810" y="1058531"/>
                  </a:lnTo>
                  <a:lnTo>
                    <a:pt x="2249810" y="1218426"/>
                  </a:lnTo>
                  <a:cubicBezTo>
                    <a:pt x="2249810" y="1542068"/>
                    <a:pt x="2157989" y="1704061"/>
                    <a:pt x="1955981" y="1845313"/>
                  </a:cubicBezTo>
                  <a:cubicBezTo>
                    <a:pt x="1745898" y="1967026"/>
                    <a:pt x="1470144" y="2019115"/>
                    <a:pt x="1225437" y="2208220"/>
                  </a:cubicBezTo>
                  <a:lnTo>
                    <a:pt x="1123061" y="2294745"/>
                  </a:lnTo>
                  <a:lnTo>
                    <a:pt x="1024372" y="2208220"/>
                  </a:lnTo>
                  <a:cubicBezTo>
                    <a:pt x="779664" y="2019115"/>
                    <a:pt x="503910" y="1967026"/>
                    <a:pt x="293828" y="1845313"/>
                  </a:cubicBezTo>
                  <a:cubicBezTo>
                    <a:pt x="91820" y="1704061"/>
                    <a:pt x="0" y="1542068"/>
                    <a:pt x="0" y="1218426"/>
                  </a:cubicBezTo>
                  <a:lnTo>
                    <a:pt x="0" y="1058531"/>
                  </a:lnTo>
                  <a:lnTo>
                    <a:pt x="0" y="848826"/>
                  </a:lnTo>
                  <a:lnTo>
                    <a:pt x="0" y="696534"/>
                  </a:lnTo>
                  <a:lnTo>
                    <a:pt x="0" y="422824"/>
                  </a:lnTo>
                  <a:lnTo>
                    <a:pt x="0" y="326934"/>
                  </a:lnTo>
                  <a:cubicBezTo>
                    <a:pt x="0" y="205568"/>
                    <a:pt x="12912" y="106934"/>
                    <a:pt x="39705" y="23601"/>
                  </a:cubicBezTo>
                  <a:close/>
                </a:path>
              </a:pathLst>
            </a:custGeom>
            <a:solidFill>
              <a:schemeClr val="bg2">
                <a:lumMod val="75000"/>
                <a:alpha val="1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DA0863A-55F7-4EB0-9451-F3EE4D65DBDB}"/>
                </a:ext>
              </a:extLst>
            </p:cNvPr>
            <p:cNvSpPr/>
            <p:nvPr/>
          </p:nvSpPr>
          <p:spPr>
            <a:xfrm>
              <a:off x="10597154" y="1907348"/>
              <a:ext cx="1594846" cy="3044131"/>
            </a:xfrm>
            <a:custGeom>
              <a:avLst/>
              <a:gdLst>
                <a:gd name="connsiteX0" fmla="*/ 1126749 w 1594846"/>
                <a:gd name="connsiteY0" fmla="*/ 0 h 3044131"/>
                <a:gd name="connsiteX1" fmla="*/ 1225438 w 1594846"/>
                <a:gd name="connsiteY1" fmla="*/ 86525 h 3044131"/>
                <a:gd name="connsiteX2" fmla="*/ 1413279 w 1594846"/>
                <a:gd name="connsiteY2" fmla="*/ 205892 h 3044131"/>
                <a:gd name="connsiteX3" fmla="*/ 1594846 w 1594846"/>
                <a:gd name="connsiteY3" fmla="*/ 289191 h 3044131"/>
                <a:gd name="connsiteX4" fmla="*/ 1594846 w 1594846"/>
                <a:gd name="connsiteY4" fmla="*/ 2754939 h 3044131"/>
                <a:gd name="connsiteX5" fmla="*/ 1413277 w 1594846"/>
                <a:gd name="connsiteY5" fmla="*/ 2838239 h 3044131"/>
                <a:gd name="connsiteX6" fmla="*/ 1225436 w 1594846"/>
                <a:gd name="connsiteY6" fmla="*/ 2957606 h 3044131"/>
                <a:gd name="connsiteX7" fmla="*/ 1123061 w 1594846"/>
                <a:gd name="connsiteY7" fmla="*/ 3044131 h 3044131"/>
                <a:gd name="connsiteX8" fmla="*/ 1024372 w 1594846"/>
                <a:gd name="connsiteY8" fmla="*/ 2957606 h 3044131"/>
                <a:gd name="connsiteX9" fmla="*/ 293828 w 1594846"/>
                <a:gd name="connsiteY9" fmla="*/ 2594699 h 3044131"/>
                <a:gd name="connsiteX10" fmla="*/ 0 w 1594846"/>
                <a:gd name="connsiteY10" fmla="*/ 1967812 h 3044131"/>
                <a:gd name="connsiteX11" fmla="*/ 0 w 1594846"/>
                <a:gd name="connsiteY11" fmla="*/ 1807917 h 3044131"/>
                <a:gd name="connsiteX12" fmla="*/ 0 w 1594846"/>
                <a:gd name="connsiteY12" fmla="*/ 1598212 h 3044131"/>
                <a:gd name="connsiteX13" fmla="*/ 0 w 1594846"/>
                <a:gd name="connsiteY13" fmla="*/ 1445920 h 3044131"/>
                <a:gd name="connsiteX14" fmla="*/ 0 w 1594846"/>
                <a:gd name="connsiteY14" fmla="*/ 1172210 h 3044131"/>
                <a:gd name="connsiteX15" fmla="*/ 0 w 1594846"/>
                <a:gd name="connsiteY15" fmla="*/ 1076320 h 3044131"/>
                <a:gd name="connsiteX16" fmla="*/ 293829 w 1594846"/>
                <a:gd name="connsiteY16" fmla="*/ 449433 h 3044131"/>
                <a:gd name="connsiteX17" fmla="*/ 1024374 w 1594846"/>
                <a:gd name="connsiteY17" fmla="*/ 86525 h 304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594846" h="3044131">
                  <a:moveTo>
                    <a:pt x="1126749" y="0"/>
                  </a:moveTo>
                  <a:lnTo>
                    <a:pt x="1225438" y="86525"/>
                  </a:lnTo>
                  <a:cubicBezTo>
                    <a:pt x="1286615" y="133801"/>
                    <a:pt x="1349732" y="172514"/>
                    <a:pt x="1413279" y="205892"/>
                  </a:cubicBezTo>
                  <a:lnTo>
                    <a:pt x="1594846" y="289191"/>
                  </a:lnTo>
                  <a:lnTo>
                    <a:pt x="1594846" y="2754939"/>
                  </a:lnTo>
                  <a:lnTo>
                    <a:pt x="1413277" y="2838239"/>
                  </a:lnTo>
                  <a:cubicBezTo>
                    <a:pt x="1349730" y="2871617"/>
                    <a:pt x="1286613" y="2910330"/>
                    <a:pt x="1225436" y="2957606"/>
                  </a:cubicBezTo>
                  <a:lnTo>
                    <a:pt x="1123061" y="3044131"/>
                  </a:lnTo>
                  <a:lnTo>
                    <a:pt x="1024372" y="2957606"/>
                  </a:lnTo>
                  <a:cubicBezTo>
                    <a:pt x="779664" y="2768501"/>
                    <a:pt x="503910" y="2716412"/>
                    <a:pt x="293828" y="2594699"/>
                  </a:cubicBezTo>
                  <a:cubicBezTo>
                    <a:pt x="91820" y="2453447"/>
                    <a:pt x="0" y="2291454"/>
                    <a:pt x="0" y="1967812"/>
                  </a:cubicBezTo>
                  <a:lnTo>
                    <a:pt x="0" y="1807917"/>
                  </a:lnTo>
                  <a:lnTo>
                    <a:pt x="0" y="1598212"/>
                  </a:lnTo>
                  <a:lnTo>
                    <a:pt x="0" y="1445920"/>
                  </a:lnTo>
                  <a:lnTo>
                    <a:pt x="0" y="1172210"/>
                  </a:lnTo>
                  <a:lnTo>
                    <a:pt x="0" y="1076320"/>
                  </a:lnTo>
                  <a:cubicBezTo>
                    <a:pt x="0" y="752678"/>
                    <a:pt x="91821" y="590684"/>
                    <a:pt x="293829" y="449433"/>
                  </a:cubicBezTo>
                  <a:cubicBezTo>
                    <a:pt x="503912" y="327719"/>
                    <a:pt x="779665" y="275630"/>
                    <a:pt x="1024374" y="86525"/>
                  </a:cubicBezTo>
                  <a:close/>
                </a:path>
              </a:pathLst>
            </a:custGeom>
            <a:solidFill>
              <a:schemeClr val="bg2">
                <a:lumMod val="75000"/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FE7CFE2-40F6-44B2-8AAD-0C384EEFCF7E}"/>
                </a:ext>
              </a:extLst>
            </p:cNvPr>
            <p:cNvSpPr/>
            <p:nvPr/>
          </p:nvSpPr>
          <p:spPr>
            <a:xfrm>
              <a:off x="9265700" y="7622"/>
              <a:ext cx="2372219" cy="2371961"/>
            </a:xfrm>
            <a:custGeom>
              <a:avLst/>
              <a:gdLst>
                <a:gd name="connsiteX0" fmla="*/ 2144960 w 4282900"/>
                <a:gd name="connsiteY0" fmla="*/ 0 h 5795027"/>
                <a:gd name="connsiteX1" fmla="*/ 2332832 w 4282900"/>
                <a:gd name="connsiteY1" fmla="*/ 164715 h 5795027"/>
                <a:gd name="connsiteX2" fmla="*/ 3723546 w 4282900"/>
                <a:gd name="connsiteY2" fmla="*/ 855573 h 5795027"/>
                <a:gd name="connsiteX3" fmla="*/ 4282900 w 4282900"/>
                <a:gd name="connsiteY3" fmla="*/ 2048959 h 5795027"/>
                <a:gd name="connsiteX4" fmla="*/ 4282900 w 4282900"/>
                <a:gd name="connsiteY4" fmla="*/ 2231503 h 5795027"/>
                <a:gd name="connsiteX5" fmla="*/ 4282900 w 4282900"/>
                <a:gd name="connsiteY5" fmla="*/ 2752557 h 5795027"/>
                <a:gd name="connsiteX6" fmla="*/ 4282900 w 4282900"/>
                <a:gd name="connsiteY6" fmla="*/ 3042471 h 5795027"/>
                <a:gd name="connsiteX7" fmla="*/ 4282900 w 4282900"/>
                <a:gd name="connsiteY7" fmla="*/ 3441681 h 5795027"/>
                <a:gd name="connsiteX8" fmla="*/ 4282900 w 4282900"/>
                <a:gd name="connsiteY8" fmla="*/ 3746068 h 5795027"/>
                <a:gd name="connsiteX9" fmla="*/ 3723546 w 4282900"/>
                <a:gd name="connsiteY9" fmla="*/ 4939455 h 5795027"/>
                <a:gd name="connsiteX10" fmla="*/ 2332829 w 4282900"/>
                <a:gd name="connsiteY10" fmla="*/ 5630311 h 5795027"/>
                <a:gd name="connsiteX11" fmla="*/ 2137940 w 4282900"/>
                <a:gd name="connsiteY11" fmla="*/ 5795027 h 5795027"/>
                <a:gd name="connsiteX12" fmla="*/ 1950069 w 4282900"/>
                <a:gd name="connsiteY12" fmla="*/ 5630311 h 5795027"/>
                <a:gd name="connsiteX13" fmla="*/ 559353 w 4282900"/>
                <a:gd name="connsiteY13" fmla="*/ 4939455 h 5795027"/>
                <a:gd name="connsiteX14" fmla="*/ 0 w 4282900"/>
                <a:gd name="connsiteY14" fmla="*/ 3746068 h 5795027"/>
                <a:gd name="connsiteX15" fmla="*/ 0 w 4282900"/>
                <a:gd name="connsiteY15" fmla="*/ 3441681 h 5795027"/>
                <a:gd name="connsiteX16" fmla="*/ 0 w 4282900"/>
                <a:gd name="connsiteY16" fmla="*/ 3042471 h 5795027"/>
                <a:gd name="connsiteX17" fmla="*/ 0 w 4282900"/>
                <a:gd name="connsiteY17" fmla="*/ 2752557 h 5795027"/>
                <a:gd name="connsiteX18" fmla="*/ 0 w 4282900"/>
                <a:gd name="connsiteY18" fmla="*/ 2231503 h 5795027"/>
                <a:gd name="connsiteX19" fmla="*/ 0 w 4282900"/>
                <a:gd name="connsiteY19" fmla="*/ 2048959 h 5795027"/>
                <a:gd name="connsiteX20" fmla="*/ 559354 w 4282900"/>
                <a:gd name="connsiteY20" fmla="*/ 855573 h 5795027"/>
                <a:gd name="connsiteX21" fmla="*/ 1950071 w 4282900"/>
                <a:gd name="connsiteY21" fmla="*/ 164715 h 5795027"/>
                <a:gd name="connsiteX0" fmla="*/ 4282900 w 4447989"/>
                <a:gd name="connsiteY0" fmla="*/ 2048959 h 5795027"/>
                <a:gd name="connsiteX1" fmla="*/ 4282900 w 4447989"/>
                <a:gd name="connsiteY1" fmla="*/ 2231503 h 5795027"/>
                <a:gd name="connsiteX2" fmla="*/ 4282900 w 4447989"/>
                <a:gd name="connsiteY2" fmla="*/ 2752557 h 5795027"/>
                <a:gd name="connsiteX3" fmla="*/ 4282900 w 4447989"/>
                <a:gd name="connsiteY3" fmla="*/ 3042471 h 5795027"/>
                <a:gd name="connsiteX4" fmla="*/ 4282900 w 4447989"/>
                <a:gd name="connsiteY4" fmla="*/ 3441681 h 5795027"/>
                <a:gd name="connsiteX5" fmla="*/ 4282900 w 4447989"/>
                <a:gd name="connsiteY5" fmla="*/ 3746068 h 5795027"/>
                <a:gd name="connsiteX6" fmla="*/ 3723546 w 4447989"/>
                <a:gd name="connsiteY6" fmla="*/ 4939455 h 5795027"/>
                <a:gd name="connsiteX7" fmla="*/ 2332829 w 4447989"/>
                <a:gd name="connsiteY7" fmla="*/ 5630311 h 5795027"/>
                <a:gd name="connsiteX8" fmla="*/ 2137940 w 4447989"/>
                <a:gd name="connsiteY8" fmla="*/ 5795027 h 5795027"/>
                <a:gd name="connsiteX9" fmla="*/ 1950069 w 4447989"/>
                <a:gd name="connsiteY9" fmla="*/ 5630311 h 5795027"/>
                <a:gd name="connsiteX10" fmla="*/ 559353 w 4447989"/>
                <a:gd name="connsiteY10" fmla="*/ 4939455 h 5795027"/>
                <a:gd name="connsiteX11" fmla="*/ 0 w 4447989"/>
                <a:gd name="connsiteY11" fmla="*/ 3746068 h 5795027"/>
                <a:gd name="connsiteX12" fmla="*/ 0 w 4447989"/>
                <a:gd name="connsiteY12" fmla="*/ 3441681 h 5795027"/>
                <a:gd name="connsiteX13" fmla="*/ 0 w 4447989"/>
                <a:gd name="connsiteY13" fmla="*/ 3042471 h 5795027"/>
                <a:gd name="connsiteX14" fmla="*/ 0 w 4447989"/>
                <a:gd name="connsiteY14" fmla="*/ 2752557 h 5795027"/>
                <a:gd name="connsiteX15" fmla="*/ 0 w 4447989"/>
                <a:gd name="connsiteY15" fmla="*/ 2231503 h 5795027"/>
                <a:gd name="connsiteX16" fmla="*/ 0 w 4447989"/>
                <a:gd name="connsiteY16" fmla="*/ 2048959 h 5795027"/>
                <a:gd name="connsiteX17" fmla="*/ 559354 w 4447989"/>
                <a:gd name="connsiteY17" fmla="*/ 855573 h 5795027"/>
                <a:gd name="connsiteX18" fmla="*/ 1950071 w 4447989"/>
                <a:gd name="connsiteY18" fmla="*/ 164715 h 5795027"/>
                <a:gd name="connsiteX19" fmla="*/ 2144960 w 4447989"/>
                <a:gd name="connsiteY19" fmla="*/ 0 h 5795027"/>
                <a:gd name="connsiteX20" fmla="*/ 2332832 w 4447989"/>
                <a:gd name="connsiteY20" fmla="*/ 164715 h 5795027"/>
                <a:gd name="connsiteX21" fmla="*/ 3723546 w 4447989"/>
                <a:gd name="connsiteY21" fmla="*/ 855573 h 5795027"/>
                <a:gd name="connsiteX22" fmla="*/ 4447989 w 4447989"/>
                <a:gd name="connsiteY22" fmla="*/ 2214048 h 5795027"/>
                <a:gd name="connsiteX0" fmla="*/ 4282900 w 4282900"/>
                <a:gd name="connsiteY0" fmla="*/ 2048959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3723546 w 4282900"/>
                <a:gd name="connsiteY21" fmla="*/ 855573 h 5795027"/>
                <a:gd name="connsiteX0" fmla="*/ 4248071 w 4282900"/>
                <a:gd name="connsiteY0" fmla="*/ 1519558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3723546 w 4282900"/>
                <a:gd name="connsiteY21" fmla="*/ 855573 h 5795027"/>
                <a:gd name="connsiteX0" fmla="*/ 4248071 w 4292243"/>
                <a:gd name="connsiteY0" fmla="*/ 1519558 h 5795027"/>
                <a:gd name="connsiteX1" fmla="*/ 4282900 w 4292243"/>
                <a:gd name="connsiteY1" fmla="*/ 2231503 h 5795027"/>
                <a:gd name="connsiteX2" fmla="*/ 4282900 w 4292243"/>
                <a:gd name="connsiteY2" fmla="*/ 2752557 h 5795027"/>
                <a:gd name="connsiteX3" fmla="*/ 4282900 w 4292243"/>
                <a:gd name="connsiteY3" fmla="*/ 3042471 h 5795027"/>
                <a:gd name="connsiteX4" fmla="*/ 4282900 w 4292243"/>
                <a:gd name="connsiteY4" fmla="*/ 3441681 h 5795027"/>
                <a:gd name="connsiteX5" fmla="*/ 4282900 w 4292243"/>
                <a:gd name="connsiteY5" fmla="*/ 3746068 h 5795027"/>
                <a:gd name="connsiteX6" fmla="*/ 3723546 w 4292243"/>
                <a:gd name="connsiteY6" fmla="*/ 4939455 h 5795027"/>
                <a:gd name="connsiteX7" fmla="*/ 2332829 w 4292243"/>
                <a:gd name="connsiteY7" fmla="*/ 5630311 h 5795027"/>
                <a:gd name="connsiteX8" fmla="*/ 2137940 w 4292243"/>
                <a:gd name="connsiteY8" fmla="*/ 5795027 h 5795027"/>
                <a:gd name="connsiteX9" fmla="*/ 1950069 w 4292243"/>
                <a:gd name="connsiteY9" fmla="*/ 5630311 h 5795027"/>
                <a:gd name="connsiteX10" fmla="*/ 559353 w 4292243"/>
                <a:gd name="connsiteY10" fmla="*/ 4939455 h 5795027"/>
                <a:gd name="connsiteX11" fmla="*/ 0 w 4292243"/>
                <a:gd name="connsiteY11" fmla="*/ 3746068 h 5795027"/>
                <a:gd name="connsiteX12" fmla="*/ 0 w 4292243"/>
                <a:gd name="connsiteY12" fmla="*/ 3441681 h 5795027"/>
                <a:gd name="connsiteX13" fmla="*/ 0 w 4292243"/>
                <a:gd name="connsiteY13" fmla="*/ 3042471 h 5795027"/>
                <a:gd name="connsiteX14" fmla="*/ 0 w 4292243"/>
                <a:gd name="connsiteY14" fmla="*/ 2752557 h 5795027"/>
                <a:gd name="connsiteX15" fmla="*/ 0 w 4292243"/>
                <a:gd name="connsiteY15" fmla="*/ 2231503 h 5795027"/>
                <a:gd name="connsiteX16" fmla="*/ 0 w 4292243"/>
                <a:gd name="connsiteY16" fmla="*/ 2048959 h 5795027"/>
                <a:gd name="connsiteX17" fmla="*/ 559354 w 4292243"/>
                <a:gd name="connsiteY17" fmla="*/ 855573 h 5795027"/>
                <a:gd name="connsiteX18" fmla="*/ 1950071 w 4292243"/>
                <a:gd name="connsiteY18" fmla="*/ 164715 h 5795027"/>
                <a:gd name="connsiteX19" fmla="*/ 2144960 w 4292243"/>
                <a:gd name="connsiteY19" fmla="*/ 0 h 5795027"/>
                <a:gd name="connsiteX20" fmla="*/ 2332832 w 4292243"/>
                <a:gd name="connsiteY20" fmla="*/ 164715 h 5795027"/>
                <a:gd name="connsiteX21" fmla="*/ 3723546 w 4292243"/>
                <a:gd name="connsiteY21" fmla="*/ 855573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3723546 w 4282900"/>
                <a:gd name="connsiteY21" fmla="*/ 855573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2144960 w 4282900"/>
                <a:gd name="connsiteY18" fmla="*/ 0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64279 w 4282900"/>
                <a:gd name="connsiteY17" fmla="*/ 1516418 h 5795027"/>
                <a:gd name="connsiteX18" fmla="*/ 559354 w 4282900"/>
                <a:gd name="connsiteY18" fmla="*/ 855573 h 5795027"/>
                <a:gd name="connsiteX19" fmla="*/ 2144960 w 4282900"/>
                <a:gd name="connsiteY19" fmla="*/ 0 h 5795027"/>
                <a:gd name="connsiteX0" fmla="*/ 4213242 w 4282900"/>
                <a:gd name="connsiteY0" fmla="*/ 657020 h 4939454"/>
                <a:gd name="connsiteX1" fmla="*/ 4282900 w 4282900"/>
                <a:gd name="connsiteY1" fmla="*/ 1375930 h 4939454"/>
                <a:gd name="connsiteX2" fmla="*/ 4282900 w 4282900"/>
                <a:gd name="connsiteY2" fmla="*/ 1896984 h 4939454"/>
                <a:gd name="connsiteX3" fmla="*/ 4282900 w 4282900"/>
                <a:gd name="connsiteY3" fmla="*/ 2186898 h 4939454"/>
                <a:gd name="connsiteX4" fmla="*/ 4282900 w 4282900"/>
                <a:gd name="connsiteY4" fmla="*/ 2586108 h 4939454"/>
                <a:gd name="connsiteX5" fmla="*/ 4282900 w 4282900"/>
                <a:gd name="connsiteY5" fmla="*/ 2890495 h 4939454"/>
                <a:gd name="connsiteX6" fmla="*/ 3723546 w 4282900"/>
                <a:gd name="connsiteY6" fmla="*/ 4083882 h 4939454"/>
                <a:gd name="connsiteX7" fmla="*/ 2332829 w 4282900"/>
                <a:gd name="connsiteY7" fmla="*/ 4774738 h 4939454"/>
                <a:gd name="connsiteX8" fmla="*/ 2137940 w 4282900"/>
                <a:gd name="connsiteY8" fmla="*/ 4939454 h 4939454"/>
                <a:gd name="connsiteX9" fmla="*/ 1950069 w 4282900"/>
                <a:gd name="connsiteY9" fmla="*/ 4774738 h 4939454"/>
                <a:gd name="connsiteX10" fmla="*/ 559353 w 4282900"/>
                <a:gd name="connsiteY10" fmla="*/ 4083882 h 4939454"/>
                <a:gd name="connsiteX11" fmla="*/ 0 w 4282900"/>
                <a:gd name="connsiteY11" fmla="*/ 2890495 h 4939454"/>
                <a:gd name="connsiteX12" fmla="*/ 0 w 4282900"/>
                <a:gd name="connsiteY12" fmla="*/ 2586108 h 4939454"/>
                <a:gd name="connsiteX13" fmla="*/ 0 w 4282900"/>
                <a:gd name="connsiteY13" fmla="*/ 2186898 h 4939454"/>
                <a:gd name="connsiteX14" fmla="*/ 0 w 4282900"/>
                <a:gd name="connsiteY14" fmla="*/ 1896984 h 4939454"/>
                <a:gd name="connsiteX15" fmla="*/ 0 w 4282900"/>
                <a:gd name="connsiteY15" fmla="*/ 1375930 h 4939454"/>
                <a:gd name="connsiteX16" fmla="*/ 0 w 4282900"/>
                <a:gd name="connsiteY16" fmla="*/ 1193386 h 4939454"/>
                <a:gd name="connsiteX17" fmla="*/ 64279 w 4282900"/>
                <a:gd name="connsiteY17" fmla="*/ 660845 h 4939454"/>
                <a:gd name="connsiteX18" fmla="*/ 559354 w 4282900"/>
                <a:gd name="connsiteY18" fmla="*/ 0 h 4939454"/>
                <a:gd name="connsiteX0" fmla="*/ 4213242 w 4282900"/>
                <a:gd name="connsiteY0" fmla="*/ 0 h 4282434"/>
                <a:gd name="connsiteX1" fmla="*/ 4282900 w 4282900"/>
                <a:gd name="connsiteY1" fmla="*/ 718910 h 4282434"/>
                <a:gd name="connsiteX2" fmla="*/ 4282900 w 4282900"/>
                <a:gd name="connsiteY2" fmla="*/ 1239964 h 4282434"/>
                <a:gd name="connsiteX3" fmla="*/ 4282900 w 4282900"/>
                <a:gd name="connsiteY3" fmla="*/ 1529878 h 4282434"/>
                <a:gd name="connsiteX4" fmla="*/ 4282900 w 4282900"/>
                <a:gd name="connsiteY4" fmla="*/ 1929088 h 4282434"/>
                <a:gd name="connsiteX5" fmla="*/ 4282900 w 4282900"/>
                <a:gd name="connsiteY5" fmla="*/ 2233475 h 4282434"/>
                <a:gd name="connsiteX6" fmla="*/ 3723546 w 4282900"/>
                <a:gd name="connsiteY6" fmla="*/ 3426862 h 4282434"/>
                <a:gd name="connsiteX7" fmla="*/ 2332829 w 4282900"/>
                <a:gd name="connsiteY7" fmla="*/ 4117718 h 4282434"/>
                <a:gd name="connsiteX8" fmla="*/ 2137940 w 4282900"/>
                <a:gd name="connsiteY8" fmla="*/ 4282434 h 4282434"/>
                <a:gd name="connsiteX9" fmla="*/ 1950069 w 4282900"/>
                <a:gd name="connsiteY9" fmla="*/ 4117718 h 4282434"/>
                <a:gd name="connsiteX10" fmla="*/ 559353 w 4282900"/>
                <a:gd name="connsiteY10" fmla="*/ 3426862 h 4282434"/>
                <a:gd name="connsiteX11" fmla="*/ 0 w 4282900"/>
                <a:gd name="connsiteY11" fmla="*/ 2233475 h 4282434"/>
                <a:gd name="connsiteX12" fmla="*/ 0 w 4282900"/>
                <a:gd name="connsiteY12" fmla="*/ 1929088 h 4282434"/>
                <a:gd name="connsiteX13" fmla="*/ 0 w 4282900"/>
                <a:gd name="connsiteY13" fmla="*/ 1529878 h 4282434"/>
                <a:gd name="connsiteX14" fmla="*/ 0 w 4282900"/>
                <a:gd name="connsiteY14" fmla="*/ 1239964 h 4282434"/>
                <a:gd name="connsiteX15" fmla="*/ 0 w 4282900"/>
                <a:gd name="connsiteY15" fmla="*/ 718910 h 4282434"/>
                <a:gd name="connsiteX16" fmla="*/ 0 w 4282900"/>
                <a:gd name="connsiteY16" fmla="*/ 536366 h 4282434"/>
                <a:gd name="connsiteX17" fmla="*/ 64279 w 4282900"/>
                <a:gd name="connsiteY17" fmla="*/ 3825 h 4282434"/>
                <a:gd name="connsiteX0" fmla="*/ 4213242 w 4282900"/>
                <a:gd name="connsiteY0" fmla="*/ 0 h 4282434"/>
                <a:gd name="connsiteX1" fmla="*/ 4282900 w 4282900"/>
                <a:gd name="connsiteY1" fmla="*/ 718910 h 4282434"/>
                <a:gd name="connsiteX2" fmla="*/ 4282900 w 4282900"/>
                <a:gd name="connsiteY2" fmla="*/ 1239964 h 4282434"/>
                <a:gd name="connsiteX3" fmla="*/ 4282900 w 4282900"/>
                <a:gd name="connsiteY3" fmla="*/ 1529878 h 4282434"/>
                <a:gd name="connsiteX4" fmla="*/ 4282900 w 4282900"/>
                <a:gd name="connsiteY4" fmla="*/ 1929088 h 4282434"/>
                <a:gd name="connsiteX5" fmla="*/ 4282900 w 4282900"/>
                <a:gd name="connsiteY5" fmla="*/ 2233475 h 4282434"/>
                <a:gd name="connsiteX6" fmla="*/ 3723546 w 4282900"/>
                <a:gd name="connsiteY6" fmla="*/ 3426862 h 4282434"/>
                <a:gd name="connsiteX7" fmla="*/ 2332829 w 4282900"/>
                <a:gd name="connsiteY7" fmla="*/ 4117718 h 4282434"/>
                <a:gd name="connsiteX8" fmla="*/ 2137940 w 4282900"/>
                <a:gd name="connsiteY8" fmla="*/ 4282434 h 4282434"/>
                <a:gd name="connsiteX9" fmla="*/ 1950069 w 4282900"/>
                <a:gd name="connsiteY9" fmla="*/ 4117718 h 4282434"/>
                <a:gd name="connsiteX10" fmla="*/ 559353 w 4282900"/>
                <a:gd name="connsiteY10" fmla="*/ 3426862 h 4282434"/>
                <a:gd name="connsiteX11" fmla="*/ 0 w 4282900"/>
                <a:gd name="connsiteY11" fmla="*/ 2233475 h 4282434"/>
                <a:gd name="connsiteX12" fmla="*/ 0 w 4282900"/>
                <a:gd name="connsiteY12" fmla="*/ 1929088 h 4282434"/>
                <a:gd name="connsiteX13" fmla="*/ 0 w 4282900"/>
                <a:gd name="connsiteY13" fmla="*/ 1529878 h 4282434"/>
                <a:gd name="connsiteX14" fmla="*/ 0 w 4282900"/>
                <a:gd name="connsiteY14" fmla="*/ 1239964 h 4282434"/>
                <a:gd name="connsiteX15" fmla="*/ 0 w 4282900"/>
                <a:gd name="connsiteY15" fmla="*/ 718910 h 4282434"/>
                <a:gd name="connsiteX16" fmla="*/ 0 w 4282900"/>
                <a:gd name="connsiteY16" fmla="*/ 536366 h 4282434"/>
                <a:gd name="connsiteX17" fmla="*/ 64279 w 4282900"/>
                <a:gd name="connsiteY17" fmla="*/ 3825 h 428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282900" h="4282434">
                  <a:moveTo>
                    <a:pt x="4213242" y="0"/>
                  </a:moveTo>
                  <a:cubicBezTo>
                    <a:pt x="4294511" y="306972"/>
                    <a:pt x="4271290" y="481595"/>
                    <a:pt x="4282900" y="718910"/>
                  </a:cubicBezTo>
                  <a:lnTo>
                    <a:pt x="4282900" y="1239964"/>
                  </a:lnTo>
                  <a:lnTo>
                    <a:pt x="4282900" y="1529878"/>
                  </a:lnTo>
                  <a:lnTo>
                    <a:pt x="4282900" y="1929088"/>
                  </a:lnTo>
                  <a:lnTo>
                    <a:pt x="4282900" y="2233475"/>
                  </a:lnTo>
                  <a:cubicBezTo>
                    <a:pt x="4282900" y="2849584"/>
                    <a:pt x="4108103" y="3157966"/>
                    <a:pt x="3723546" y="3426862"/>
                  </a:cubicBezTo>
                  <a:cubicBezTo>
                    <a:pt x="3323617" y="3658565"/>
                    <a:pt x="2798672" y="3757725"/>
                    <a:pt x="2332829" y="4117718"/>
                  </a:cubicBezTo>
                  <a:lnTo>
                    <a:pt x="2137940" y="4282434"/>
                  </a:lnTo>
                  <a:lnTo>
                    <a:pt x="1950069" y="4117718"/>
                  </a:lnTo>
                  <a:cubicBezTo>
                    <a:pt x="1484225" y="3757725"/>
                    <a:pt x="959280" y="3658565"/>
                    <a:pt x="559353" y="3426862"/>
                  </a:cubicBezTo>
                  <a:cubicBezTo>
                    <a:pt x="174796" y="3157966"/>
                    <a:pt x="0" y="2849584"/>
                    <a:pt x="0" y="2233475"/>
                  </a:cubicBezTo>
                  <a:lnTo>
                    <a:pt x="0" y="1929088"/>
                  </a:lnTo>
                  <a:lnTo>
                    <a:pt x="0" y="1529878"/>
                  </a:lnTo>
                  <a:lnTo>
                    <a:pt x="0" y="1239964"/>
                  </a:lnTo>
                  <a:lnTo>
                    <a:pt x="0" y="718910"/>
                  </a:lnTo>
                  <a:lnTo>
                    <a:pt x="0" y="536366"/>
                  </a:lnTo>
                  <a:cubicBezTo>
                    <a:pt x="10713" y="417185"/>
                    <a:pt x="19813" y="133066"/>
                    <a:pt x="64279" y="3825"/>
                  </a:cubicBezTo>
                </a:path>
              </a:pathLst>
            </a:custGeom>
            <a:noFill/>
            <a:ln w="25400" cap="rnd">
              <a:solidFill>
                <a:schemeClr val="bg2">
                  <a:lumMod val="75000"/>
                  <a:alpha val="6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F0D6A17-AA80-4608-8660-8D1587A17704}"/>
                </a:ext>
              </a:extLst>
            </p:cNvPr>
            <p:cNvSpPr/>
            <p:nvPr/>
          </p:nvSpPr>
          <p:spPr>
            <a:xfrm>
              <a:off x="10536649" y="1823190"/>
              <a:ext cx="1654608" cy="3209758"/>
            </a:xfrm>
            <a:custGeom>
              <a:avLst/>
              <a:gdLst>
                <a:gd name="connsiteX0" fmla="*/ 2144960 w 4282900"/>
                <a:gd name="connsiteY0" fmla="*/ 0 h 5795027"/>
                <a:gd name="connsiteX1" fmla="*/ 2332832 w 4282900"/>
                <a:gd name="connsiteY1" fmla="*/ 164715 h 5795027"/>
                <a:gd name="connsiteX2" fmla="*/ 3723546 w 4282900"/>
                <a:gd name="connsiteY2" fmla="*/ 855573 h 5795027"/>
                <a:gd name="connsiteX3" fmla="*/ 4282900 w 4282900"/>
                <a:gd name="connsiteY3" fmla="*/ 2048959 h 5795027"/>
                <a:gd name="connsiteX4" fmla="*/ 4282900 w 4282900"/>
                <a:gd name="connsiteY4" fmla="*/ 2231503 h 5795027"/>
                <a:gd name="connsiteX5" fmla="*/ 4282900 w 4282900"/>
                <a:gd name="connsiteY5" fmla="*/ 2752557 h 5795027"/>
                <a:gd name="connsiteX6" fmla="*/ 4282900 w 4282900"/>
                <a:gd name="connsiteY6" fmla="*/ 3042471 h 5795027"/>
                <a:gd name="connsiteX7" fmla="*/ 4282900 w 4282900"/>
                <a:gd name="connsiteY7" fmla="*/ 3441681 h 5795027"/>
                <a:gd name="connsiteX8" fmla="*/ 4282900 w 4282900"/>
                <a:gd name="connsiteY8" fmla="*/ 3746068 h 5795027"/>
                <a:gd name="connsiteX9" fmla="*/ 3723546 w 4282900"/>
                <a:gd name="connsiteY9" fmla="*/ 4939455 h 5795027"/>
                <a:gd name="connsiteX10" fmla="*/ 2332829 w 4282900"/>
                <a:gd name="connsiteY10" fmla="*/ 5630311 h 5795027"/>
                <a:gd name="connsiteX11" fmla="*/ 2137940 w 4282900"/>
                <a:gd name="connsiteY11" fmla="*/ 5795027 h 5795027"/>
                <a:gd name="connsiteX12" fmla="*/ 1950069 w 4282900"/>
                <a:gd name="connsiteY12" fmla="*/ 5630311 h 5795027"/>
                <a:gd name="connsiteX13" fmla="*/ 559353 w 4282900"/>
                <a:gd name="connsiteY13" fmla="*/ 4939455 h 5795027"/>
                <a:gd name="connsiteX14" fmla="*/ 0 w 4282900"/>
                <a:gd name="connsiteY14" fmla="*/ 3746068 h 5795027"/>
                <a:gd name="connsiteX15" fmla="*/ 0 w 4282900"/>
                <a:gd name="connsiteY15" fmla="*/ 3441681 h 5795027"/>
                <a:gd name="connsiteX16" fmla="*/ 0 w 4282900"/>
                <a:gd name="connsiteY16" fmla="*/ 3042471 h 5795027"/>
                <a:gd name="connsiteX17" fmla="*/ 0 w 4282900"/>
                <a:gd name="connsiteY17" fmla="*/ 2752557 h 5795027"/>
                <a:gd name="connsiteX18" fmla="*/ 0 w 4282900"/>
                <a:gd name="connsiteY18" fmla="*/ 2231503 h 5795027"/>
                <a:gd name="connsiteX19" fmla="*/ 0 w 4282900"/>
                <a:gd name="connsiteY19" fmla="*/ 2048959 h 5795027"/>
                <a:gd name="connsiteX20" fmla="*/ 559354 w 4282900"/>
                <a:gd name="connsiteY20" fmla="*/ 855573 h 5795027"/>
                <a:gd name="connsiteX21" fmla="*/ 1950071 w 4282900"/>
                <a:gd name="connsiteY21" fmla="*/ 164715 h 5795027"/>
                <a:gd name="connsiteX0" fmla="*/ 2144960 w 4282900"/>
                <a:gd name="connsiteY0" fmla="*/ 0 h 5795027"/>
                <a:gd name="connsiteX1" fmla="*/ 2332832 w 4282900"/>
                <a:gd name="connsiteY1" fmla="*/ 164715 h 5795027"/>
                <a:gd name="connsiteX2" fmla="*/ 2976290 w 4282900"/>
                <a:gd name="connsiteY2" fmla="*/ 524033 h 5795027"/>
                <a:gd name="connsiteX3" fmla="*/ 3723546 w 4282900"/>
                <a:gd name="connsiteY3" fmla="*/ 855573 h 5795027"/>
                <a:gd name="connsiteX4" fmla="*/ 4282900 w 4282900"/>
                <a:gd name="connsiteY4" fmla="*/ 2048959 h 5795027"/>
                <a:gd name="connsiteX5" fmla="*/ 4282900 w 4282900"/>
                <a:gd name="connsiteY5" fmla="*/ 2231503 h 5795027"/>
                <a:gd name="connsiteX6" fmla="*/ 4282900 w 4282900"/>
                <a:gd name="connsiteY6" fmla="*/ 2752557 h 5795027"/>
                <a:gd name="connsiteX7" fmla="*/ 4282900 w 4282900"/>
                <a:gd name="connsiteY7" fmla="*/ 3042471 h 5795027"/>
                <a:gd name="connsiteX8" fmla="*/ 4282900 w 4282900"/>
                <a:gd name="connsiteY8" fmla="*/ 3441681 h 5795027"/>
                <a:gd name="connsiteX9" fmla="*/ 4282900 w 4282900"/>
                <a:gd name="connsiteY9" fmla="*/ 3746068 h 5795027"/>
                <a:gd name="connsiteX10" fmla="*/ 3723546 w 4282900"/>
                <a:gd name="connsiteY10" fmla="*/ 4939455 h 5795027"/>
                <a:gd name="connsiteX11" fmla="*/ 2332829 w 4282900"/>
                <a:gd name="connsiteY11" fmla="*/ 5630311 h 5795027"/>
                <a:gd name="connsiteX12" fmla="*/ 2137940 w 4282900"/>
                <a:gd name="connsiteY12" fmla="*/ 5795027 h 5795027"/>
                <a:gd name="connsiteX13" fmla="*/ 1950069 w 4282900"/>
                <a:gd name="connsiteY13" fmla="*/ 5630311 h 5795027"/>
                <a:gd name="connsiteX14" fmla="*/ 559353 w 4282900"/>
                <a:gd name="connsiteY14" fmla="*/ 4939455 h 5795027"/>
                <a:gd name="connsiteX15" fmla="*/ 0 w 4282900"/>
                <a:gd name="connsiteY15" fmla="*/ 3746068 h 5795027"/>
                <a:gd name="connsiteX16" fmla="*/ 0 w 4282900"/>
                <a:gd name="connsiteY16" fmla="*/ 3441681 h 5795027"/>
                <a:gd name="connsiteX17" fmla="*/ 0 w 4282900"/>
                <a:gd name="connsiteY17" fmla="*/ 3042471 h 5795027"/>
                <a:gd name="connsiteX18" fmla="*/ 0 w 4282900"/>
                <a:gd name="connsiteY18" fmla="*/ 2752557 h 5795027"/>
                <a:gd name="connsiteX19" fmla="*/ 0 w 4282900"/>
                <a:gd name="connsiteY19" fmla="*/ 2231503 h 5795027"/>
                <a:gd name="connsiteX20" fmla="*/ 0 w 4282900"/>
                <a:gd name="connsiteY20" fmla="*/ 2048959 h 5795027"/>
                <a:gd name="connsiteX21" fmla="*/ 559354 w 4282900"/>
                <a:gd name="connsiteY21" fmla="*/ 855573 h 5795027"/>
                <a:gd name="connsiteX22" fmla="*/ 1950071 w 4282900"/>
                <a:gd name="connsiteY22" fmla="*/ 164715 h 5795027"/>
                <a:gd name="connsiteX23" fmla="*/ 2144960 w 4282900"/>
                <a:gd name="connsiteY23" fmla="*/ 0 h 5795027"/>
                <a:gd name="connsiteX0" fmla="*/ 3723546 w 4282900"/>
                <a:gd name="connsiteY0" fmla="*/ 855573 h 5795027"/>
                <a:gd name="connsiteX1" fmla="*/ 4282900 w 4282900"/>
                <a:gd name="connsiteY1" fmla="*/ 2048959 h 5795027"/>
                <a:gd name="connsiteX2" fmla="*/ 4282900 w 4282900"/>
                <a:gd name="connsiteY2" fmla="*/ 2231503 h 5795027"/>
                <a:gd name="connsiteX3" fmla="*/ 4282900 w 4282900"/>
                <a:gd name="connsiteY3" fmla="*/ 2752557 h 5795027"/>
                <a:gd name="connsiteX4" fmla="*/ 4282900 w 4282900"/>
                <a:gd name="connsiteY4" fmla="*/ 3042471 h 5795027"/>
                <a:gd name="connsiteX5" fmla="*/ 4282900 w 4282900"/>
                <a:gd name="connsiteY5" fmla="*/ 3441681 h 5795027"/>
                <a:gd name="connsiteX6" fmla="*/ 4282900 w 4282900"/>
                <a:gd name="connsiteY6" fmla="*/ 3746068 h 5795027"/>
                <a:gd name="connsiteX7" fmla="*/ 3723546 w 4282900"/>
                <a:gd name="connsiteY7" fmla="*/ 4939455 h 5795027"/>
                <a:gd name="connsiteX8" fmla="*/ 2332829 w 4282900"/>
                <a:gd name="connsiteY8" fmla="*/ 5630311 h 5795027"/>
                <a:gd name="connsiteX9" fmla="*/ 2137940 w 4282900"/>
                <a:gd name="connsiteY9" fmla="*/ 5795027 h 5795027"/>
                <a:gd name="connsiteX10" fmla="*/ 1950069 w 4282900"/>
                <a:gd name="connsiteY10" fmla="*/ 5630311 h 5795027"/>
                <a:gd name="connsiteX11" fmla="*/ 559353 w 4282900"/>
                <a:gd name="connsiteY11" fmla="*/ 4939455 h 5795027"/>
                <a:gd name="connsiteX12" fmla="*/ 0 w 4282900"/>
                <a:gd name="connsiteY12" fmla="*/ 3746068 h 5795027"/>
                <a:gd name="connsiteX13" fmla="*/ 0 w 4282900"/>
                <a:gd name="connsiteY13" fmla="*/ 3441681 h 5795027"/>
                <a:gd name="connsiteX14" fmla="*/ 0 w 4282900"/>
                <a:gd name="connsiteY14" fmla="*/ 3042471 h 5795027"/>
                <a:gd name="connsiteX15" fmla="*/ 0 w 4282900"/>
                <a:gd name="connsiteY15" fmla="*/ 2752557 h 5795027"/>
                <a:gd name="connsiteX16" fmla="*/ 0 w 4282900"/>
                <a:gd name="connsiteY16" fmla="*/ 2231503 h 5795027"/>
                <a:gd name="connsiteX17" fmla="*/ 0 w 4282900"/>
                <a:gd name="connsiteY17" fmla="*/ 2048959 h 5795027"/>
                <a:gd name="connsiteX18" fmla="*/ 559354 w 4282900"/>
                <a:gd name="connsiteY18" fmla="*/ 855573 h 5795027"/>
                <a:gd name="connsiteX19" fmla="*/ 1950071 w 4282900"/>
                <a:gd name="connsiteY19" fmla="*/ 164715 h 5795027"/>
                <a:gd name="connsiteX20" fmla="*/ 2144960 w 4282900"/>
                <a:gd name="connsiteY20" fmla="*/ 0 h 5795027"/>
                <a:gd name="connsiteX21" fmla="*/ 2332832 w 4282900"/>
                <a:gd name="connsiteY21" fmla="*/ 164715 h 5795027"/>
                <a:gd name="connsiteX22" fmla="*/ 2976290 w 4282900"/>
                <a:gd name="connsiteY22" fmla="*/ 524033 h 5795027"/>
                <a:gd name="connsiteX23" fmla="*/ 3888635 w 4282900"/>
                <a:gd name="connsiteY23" fmla="*/ 1020662 h 5795027"/>
                <a:gd name="connsiteX0" fmla="*/ 4282900 w 4282900"/>
                <a:gd name="connsiteY0" fmla="*/ 2048959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2976290 w 4282900"/>
                <a:gd name="connsiteY21" fmla="*/ 524033 h 5795027"/>
                <a:gd name="connsiteX22" fmla="*/ 3888635 w 4282900"/>
                <a:gd name="connsiteY22" fmla="*/ 1020662 h 5795027"/>
                <a:gd name="connsiteX0" fmla="*/ 4282900 w 4282900"/>
                <a:gd name="connsiteY0" fmla="*/ 2048959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2976290 w 4282900"/>
                <a:gd name="connsiteY21" fmla="*/ 524033 h 5795027"/>
                <a:gd name="connsiteX0" fmla="*/ 4282900 w 4282900"/>
                <a:gd name="connsiteY0" fmla="*/ 2231503 h 5795027"/>
                <a:gd name="connsiteX1" fmla="*/ 4282900 w 4282900"/>
                <a:gd name="connsiteY1" fmla="*/ 2752557 h 5795027"/>
                <a:gd name="connsiteX2" fmla="*/ 4282900 w 4282900"/>
                <a:gd name="connsiteY2" fmla="*/ 3042471 h 5795027"/>
                <a:gd name="connsiteX3" fmla="*/ 4282900 w 4282900"/>
                <a:gd name="connsiteY3" fmla="*/ 3441681 h 5795027"/>
                <a:gd name="connsiteX4" fmla="*/ 4282900 w 4282900"/>
                <a:gd name="connsiteY4" fmla="*/ 3746068 h 5795027"/>
                <a:gd name="connsiteX5" fmla="*/ 3723546 w 4282900"/>
                <a:gd name="connsiteY5" fmla="*/ 4939455 h 5795027"/>
                <a:gd name="connsiteX6" fmla="*/ 2332829 w 4282900"/>
                <a:gd name="connsiteY6" fmla="*/ 5630311 h 5795027"/>
                <a:gd name="connsiteX7" fmla="*/ 2137940 w 4282900"/>
                <a:gd name="connsiteY7" fmla="*/ 5795027 h 5795027"/>
                <a:gd name="connsiteX8" fmla="*/ 1950069 w 4282900"/>
                <a:gd name="connsiteY8" fmla="*/ 5630311 h 5795027"/>
                <a:gd name="connsiteX9" fmla="*/ 559353 w 4282900"/>
                <a:gd name="connsiteY9" fmla="*/ 4939455 h 5795027"/>
                <a:gd name="connsiteX10" fmla="*/ 0 w 4282900"/>
                <a:gd name="connsiteY10" fmla="*/ 3746068 h 5795027"/>
                <a:gd name="connsiteX11" fmla="*/ 0 w 4282900"/>
                <a:gd name="connsiteY11" fmla="*/ 3441681 h 5795027"/>
                <a:gd name="connsiteX12" fmla="*/ 0 w 4282900"/>
                <a:gd name="connsiteY12" fmla="*/ 3042471 h 5795027"/>
                <a:gd name="connsiteX13" fmla="*/ 0 w 4282900"/>
                <a:gd name="connsiteY13" fmla="*/ 2752557 h 5795027"/>
                <a:gd name="connsiteX14" fmla="*/ 0 w 4282900"/>
                <a:gd name="connsiteY14" fmla="*/ 2231503 h 5795027"/>
                <a:gd name="connsiteX15" fmla="*/ 0 w 4282900"/>
                <a:gd name="connsiteY15" fmla="*/ 2048959 h 5795027"/>
                <a:gd name="connsiteX16" fmla="*/ 559354 w 4282900"/>
                <a:gd name="connsiteY16" fmla="*/ 855573 h 5795027"/>
                <a:gd name="connsiteX17" fmla="*/ 1950071 w 4282900"/>
                <a:gd name="connsiteY17" fmla="*/ 164715 h 5795027"/>
                <a:gd name="connsiteX18" fmla="*/ 2144960 w 4282900"/>
                <a:gd name="connsiteY18" fmla="*/ 0 h 5795027"/>
                <a:gd name="connsiteX19" fmla="*/ 2332832 w 4282900"/>
                <a:gd name="connsiteY19" fmla="*/ 164715 h 5795027"/>
                <a:gd name="connsiteX20" fmla="*/ 2976290 w 4282900"/>
                <a:gd name="connsiteY20" fmla="*/ 524033 h 5795027"/>
                <a:gd name="connsiteX0" fmla="*/ 4282900 w 4282900"/>
                <a:gd name="connsiteY0" fmla="*/ 2752557 h 5795027"/>
                <a:gd name="connsiteX1" fmla="*/ 4282900 w 4282900"/>
                <a:gd name="connsiteY1" fmla="*/ 3042471 h 5795027"/>
                <a:gd name="connsiteX2" fmla="*/ 4282900 w 4282900"/>
                <a:gd name="connsiteY2" fmla="*/ 3441681 h 5795027"/>
                <a:gd name="connsiteX3" fmla="*/ 4282900 w 4282900"/>
                <a:gd name="connsiteY3" fmla="*/ 3746068 h 5795027"/>
                <a:gd name="connsiteX4" fmla="*/ 3723546 w 4282900"/>
                <a:gd name="connsiteY4" fmla="*/ 4939455 h 5795027"/>
                <a:gd name="connsiteX5" fmla="*/ 2332829 w 4282900"/>
                <a:gd name="connsiteY5" fmla="*/ 5630311 h 5795027"/>
                <a:gd name="connsiteX6" fmla="*/ 2137940 w 4282900"/>
                <a:gd name="connsiteY6" fmla="*/ 5795027 h 5795027"/>
                <a:gd name="connsiteX7" fmla="*/ 1950069 w 4282900"/>
                <a:gd name="connsiteY7" fmla="*/ 5630311 h 5795027"/>
                <a:gd name="connsiteX8" fmla="*/ 559353 w 4282900"/>
                <a:gd name="connsiteY8" fmla="*/ 4939455 h 5795027"/>
                <a:gd name="connsiteX9" fmla="*/ 0 w 4282900"/>
                <a:gd name="connsiteY9" fmla="*/ 3746068 h 5795027"/>
                <a:gd name="connsiteX10" fmla="*/ 0 w 4282900"/>
                <a:gd name="connsiteY10" fmla="*/ 3441681 h 5795027"/>
                <a:gd name="connsiteX11" fmla="*/ 0 w 4282900"/>
                <a:gd name="connsiteY11" fmla="*/ 3042471 h 5795027"/>
                <a:gd name="connsiteX12" fmla="*/ 0 w 4282900"/>
                <a:gd name="connsiteY12" fmla="*/ 2752557 h 5795027"/>
                <a:gd name="connsiteX13" fmla="*/ 0 w 4282900"/>
                <a:gd name="connsiteY13" fmla="*/ 2231503 h 5795027"/>
                <a:gd name="connsiteX14" fmla="*/ 0 w 4282900"/>
                <a:gd name="connsiteY14" fmla="*/ 2048959 h 5795027"/>
                <a:gd name="connsiteX15" fmla="*/ 559354 w 4282900"/>
                <a:gd name="connsiteY15" fmla="*/ 855573 h 5795027"/>
                <a:gd name="connsiteX16" fmla="*/ 1950071 w 4282900"/>
                <a:gd name="connsiteY16" fmla="*/ 164715 h 5795027"/>
                <a:gd name="connsiteX17" fmla="*/ 2144960 w 4282900"/>
                <a:gd name="connsiteY17" fmla="*/ 0 h 5795027"/>
                <a:gd name="connsiteX18" fmla="*/ 2332832 w 4282900"/>
                <a:gd name="connsiteY18" fmla="*/ 164715 h 5795027"/>
                <a:gd name="connsiteX19" fmla="*/ 2976290 w 4282900"/>
                <a:gd name="connsiteY19" fmla="*/ 524033 h 5795027"/>
                <a:gd name="connsiteX0" fmla="*/ 4282900 w 4282900"/>
                <a:gd name="connsiteY0" fmla="*/ 3042471 h 5795027"/>
                <a:gd name="connsiteX1" fmla="*/ 4282900 w 4282900"/>
                <a:gd name="connsiteY1" fmla="*/ 3441681 h 5795027"/>
                <a:gd name="connsiteX2" fmla="*/ 4282900 w 4282900"/>
                <a:gd name="connsiteY2" fmla="*/ 3746068 h 5795027"/>
                <a:gd name="connsiteX3" fmla="*/ 3723546 w 4282900"/>
                <a:gd name="connsiteY3" fmla="*/ 4939455 h 5795027"/>
                <a:gd name="connsiteX4" fmla="*/ 2332829 w 4282900"/>
                <a:gd name="connsiteY4" fmla="*/ 5630311 h 5795027"/>
                <a:gd name="connsiteX5" fmla="*/ 2137940 w 4282900"/>
                <a:gd name="connsiteY5" fmla="*/ 5795027 h 5795027"/>
                <a:gd name="connsiteX6" fmla="*/ 1950069 w 4282900"/>
                <a:gd name="connsiteY6" fmla="*/ 5630311 h 5795027"/>
                <a:gd name="connsiteX7" fmla="*/ 559353 w 4282900"/>
                <a:gd name="connsiteY7" fmla="*/ 4939455 h 5795027"/>
                <a:gd name="connsiteX8" fmla="*/ 0 w 4282900"/>
                <a:gd name="connsiteY8" fmla="*/ 3746068 h 5795027"/>
                <a:gd name="connsiteX9" fmla="*/ 0 w 4282900"/>
                <a:gd name="connsiteY9" fmla="*/ 3441681 h 5795027"/>
                <a:gd name="connsiteX10" fmla="*/ 0 w 4282900"/>
                <a:gd name="connsiteY10" fmla="*/ 3042471 h 5795027"/>
                <a:gd name="connsiteX11" fmla="*/ 0 w 4282900"/>
                <a:gd name="connsiteY11" fmla="*/ 2752557 h 5795027"/>
                <a:gd name="connsiteX12" fmla="*/ 0 w 4282900"/>
                <a:gd name="connsiteY12" fmla="*/ 2231503 h 5795027"/>
                <a:gd name="connsiteX13" fmla="*/ 0 w 4282900"/>
                <a:gd name="connsiteY13" fmla="*/ 2048959 h 5795027"/>
                <a:gd name="connsiteX14" fmla="*/ 559354 w 4282900"/>
                <a:gd name="connsiteY14" fmla="*/ 855573 h 5795027"/>
                <a:gd name="connsiteX15" fmla="*/ 1950071 w 4282900"/>
                <a:gd name="connsiteY15" fmla="*/ 164715 h 5795027"/>
                <a:gd name="connsiteX16" fmla="*/ 2144960 w 4282900"/>
                <a:gd name="connsiteY16" fmla="*/ 0 h 5795027"/>
                <a:gd name="connsiteX17" fmla="*/ 2332832 w 4282900"/>
                <a:gd name="connsiteY17" fmla="*/ 164715 h 5795027"/>
                <a:gd name="connsiteX18" fmla="*/ 2976290 w 4282900"/>
                <a:gd name="connsiteY18" fmla="*/ 524033 h 5795027"/>
                <a:gd name="connsiteX0" fmla="*/ 4282900 w 4282900"/>
                <a:gd name="connsiteY0" fmla="*/ 3441681 h 5795027"/>
                <a:gd name="connsiteX1" fmla="*/ 4282900 w 4282900"/>
                <a:gd name="connsiteY1" fmla="*/ 3746068 h 5795027"/>
                <a:gd name="connsiteX2" fmla="*/ 3723546 w 4282900"/>
                <a:gd name="connsiteY2" fmla="*/ 4939455 h 5795027"/>
                <a:gd name="connsiteX3" fmla="*/ 2332829 w 4282900"/>
                <a:gd name="connsiteY3" fmla="*/ 5630311 h 5795027"/>
                <a:gd name="connsiteX4" fmla="*/ 2137940 w 4282900"/>
                <a:gd name="connsiteY4" fmla="*/ 5795027 h 5795027"/>
                <a:gd name="connsiteX5" fmla="*/ 1950069 w 4282900"/>
                <a:gd name="connsiteY5" fmla="*/ 5630311 h 5795027"/>
                <a:gd name="connsiteX6" fmla="*/ 559353 w 4282900"/>
                <a:gd name="connsiteY6" fmla="*/ 4939455 h 5795027"/>
                <a:gd name="connsiteX7" fmla="*/ 0 w 4282900"/>
                <a:gd name="connsiteY7" fmla="*/ 3746068 h 5795027"/>
                <a:gd name="connsiteX8" fmla="*/ 0 w 4282900"/>
                <a:gd name="connsiteY8" fmla="*/ 3441681 h 5795027"/>
                <a:gd name="connsiteX9" fmla="*/ 0 w 4282900"/>
                <a:gd name="connsiteY9" fmla="*/ 3042471 h 5795027"/>
                <a:gd name="connsiteX10" fmla="*/ 0 w 4282900"/>
                <a:gd name="connsiteY10" fmla="*/ 2752557 h 5795027"/>
                <a:gd name="connsiteX11" fmla="*/ 0 w 4282900"/>
                <a:gd name="connsiteY11" fmla="*/ 2231503 h 5795027"/>
                <a:gd name="connsiteX12" fmla="*/ 0 w 4282900"/>
                <a:gd name="connsiteY12" fmla="*/ 2048959 h 5795027"/>
                <a:gd name="connsiteX13" fmla="*/ 559354 w 4282900"/>
                <a:gd name="connsiteY13" fmla="*/ 855573 h 5795027"/>
                <a:gd name="connsiteX14" fmla="*/ 1950071 w 4282900"/>
                <a:gd name="connsiteY14" fmla="*/ 164715 h 5795027"/>
                <a:gd name="connsiteX15" fmla="*/ 2144960 w 4282900"/>
                <a:gd name="connsiteY15" fmla="*/ 0 h 5795027"/>
                <a:gd name="connsiteX16" fmla="*/ 2332832 w 4282900"/>
                <a:gd name="connsiteY16" fmla="*/ 164715 h 5795027"/>
                <a:gd name="connsiteX17" fmla="*/ 2976290 w 4282900"/>
                <a:gd name="connsiteY17" fmla="*/ 524033 h 5795027"/>
                <a:gd name="connsiteX0" fmla="*/ 4282900 w 4282900"/>
                <a:gd name="connsiteY0" fmla="*/ 3441681 h 5795027"/>
                <a:gd name="connsiteX1" fmla="*/ 3723546 w 4282900"/>
                <a:gd name="connsiteY1" fmla="*/ 4939455 h 5795027"/>
                <a:gd name="connsiteX2" fmla="*/ 2332829 w 4282900"/>
                <a:gd name="connsiteY2" fmla="*/ 5630311 h 5795027"/>
                <a:gd name="connsiteX3" fmla="*/ 2137940 w 4282900"/>
                <a:gd name="connsiteY3" fmla="*/ 5795027 h 5795027"/>
                <a:gd name="connsiteX4" fmla="*/ 1950069 w 4282900"/>
                <a:gd name="connsiteY4" fmla="*/ 5630311 h 5795027"/>
                <a:gd name="connsiteX5" fmla="*/ 559353 w 4282900"/>
                <a:gd name="connsiteY5" fmla="*/ 4939455 h 5795027"/>
                <a:gd name="connsiteX6" fmla="*/ 0 w 4282900"/>
                <a:gd name="connsiteY6" fmla="*/ 3746068 h 5795027"/>
                <a:gd name="connsiteX7" fmla="*/ 0 w 4282900"/>
                <a:gd name="connsiteY7" fmla="*/ 3441681 h 5795027"/>
                <a:gd name="connsiteX8" fmla="*/ 0 w 4282900"/>
                <a:gd name="connsiteY8" fmla="*/ 3042471 h 5795027"/>
                <a:gd name="connsiteX9" fmla="*/ 0 w 4282900"/>
                <a:gd name="connsiteY9" fmla="*/ 2752557 h 5795027"/>
                <a:gd name="connsiteX10" fmla="*/ 0 w 4282900"/>
                <a:gd name="connsiteY10" fmla="*/ 2231503 h 5795027"/>
                <a:gd name="connsiteX11" fmla="*/ 0 w 4282900"/>
                <a:gd name="connsiteY11" fmla="*/ 2048959 h 5795027"/>
                <a:gd name="connsiteX12" fmla="*/ 559354 w 4282900"/>
                <a:gd name="connsiteY12" fmla="*/ 855573 h 5795027"/>
                <a:gd name="connsiteX13" fmla="*/ 1950071 w 4282900"/>
                <a:gd name="connsiteY13" fmla="*/ 164715 h 5795027"/>
                <a:gd name="connsiteX14" fmla="*/ 2144960 w 4282900"/>
                <a:gd name="connsiteY14" fmla="*/ 0 h 5795027"/>
                <a:gd name="connsiteX15" fmla="*/ 2332832 w 4282900"/>
                <a:gd name="connsiteY15" fmla="*/ 164715 h 5795027"/>
                <a:gd name="connsiteX16" fmla="*/ 2976290 w 4282900"/>
                <a:gd name="connsiteY16" fmla="*/ 524033 h 5795027"/>
                <a:gd name="connsiteX0" fmla="*/ 3723546 w 3723546"/>
                <a:gd name="connsiteY0" fmla="*/ 4939455 h 5795027"/>
                <a:gd name="connsiteX1" fmla="*/ 2332829 w 3723546"/>
                <a:gd name="connsiteY1" fmla="*/ 5630311 h 5795027"/>
                <a:gd name="connsiteX2" fmla="*/ 2137940 w 3723546"/>
                <a:gd name="connsiteY2" fmla="*/ 5795027 h 5795027"/>
                <a:gd name="connsiteX3" fmla="*/ 1950069 w 3723546"/>
                <a:gd name="connsiteY3" fmla="*/ 5630311 h 5795027"/>
                <a:gd name="connsiteX4" fmla="*/ 559353 w 3723546"/>
                <a:gd name="connsiteY4" fmla="*/ 4939455 h 5795027"/>
                <a:gd name="connsiteX5" fmla="*/ 0 w 3723546"/>
                <a:gd name="connsiteY5" fmla="*/ 3746068 h 5795027"/>
                <a:gd name="connsiteX6" fmla="*/ 0 w 3723546"/>
                <a:gd name="connsiteY6" fmla="*/ 3441681 h 5795027"/>
                <a:gd name="connsiteX7" fmla="*/ 0 w 3723546"/>
                <a:gd name="connsiteY7" fmla="*/ 3042471 h 5795027"/>
                <a:gd name="connsiteX8" fmla="*/ 0 w 3723546"/>
                <a:gd name="connsiteY8" fmla="*/ 2752557 h 5795027"/>
                <a:gd name="connsiteX9" fmla="*/ 0 w 3723546"/>
                <a:gd name="connsiteY9" fmla="*/ 2231503 h 5795027"/>
                <a:gd name="connsiteX10" fmla="*/ 0 w 3723546"/>
                <a:gd name="connsiteY10" fmla="*/ 2048959 h 5795027"/>
                <a:gd name="connsiteX11" fmla="*/ 559354 w 3723546"/>
                <a:gd name="connsiteY11" fmla="*/ 855573 h 5795027"/>
                <a:gd name="connsiteX12" fmla="*/ 1950071 w 3723546"/>
                <a:gd name="connsiteY12" fmla="*/ 164715 h 5795027"/>
                <a:gd name="connsiteX13" fmla="*/ 2144960 w 3723546"/>
                <a:gd name="connsiteY13" fmla="*/ 0 h 5795027"/>
                <a:gd name="connsiteX14" fmla="*/ 2332832 w 3723546"/>
                <a:gd name="connsiteY14" fmla="*/ 164715 h 5795027"/>
                <a:gd name="connsiteX15" fmla="*/ 2976290 w 3723546"/>
                <a:gd name="connsiteY15" fmla="*/ 524033 h 5795027"/>
                <a:gd name="connsiteX0" fmla="*/ 3723546 w 3723546"/>
                <a:gd name="connsiteY0" fmla="*/ 4939455 h 5795027"/>
                <a:gd name="connsiteX1" fmla="*/ 2989878 w 3723546"/>
                <a:gd name="connsiteY1" fmla="*/ 5266109 h 5795027"/>
                <a:gd name="connsiteX2" fmla="*/ 2332829 w 3723546"/>
                <a:gd name="connsiteY2" fmla="*/ 5630311 h 5795027"/>
                <a:gd name="connsiteX3" fmla="*/ 2137940 w 3723546"/>
                <a:gd name="connsiteY3" fmla="*/ 5795027 h 5795027"/>
                <a:gd name="connsiteX4" fmla="*/ 1950069 w 3723546"/>
                <a:gd name="connsiteY4" fmla="*/ 5630311 h 5795027"/>
                <a:gd name="connsiteX5" fmla="*/ 559353 w 3723546"/>
                <a:gd name="connsiteY5" fmla="*/ 4939455 h 5795027"/>
                <a:gd name="connsiteX6" fmla="*/ 0 w 3723546"/>
                <a:gd name="connsiteY6" fmla="*/ 3746068 h 5795027"/>
                <a:gd name="connsiteX7" fmla="*/ 0 w 3723546"/>
                <a:gd name="connsiteY7" fmla="*/ 3441681 h 5795027"/>
                <a:gd name="connsiteX8" fmla="*/ 0 w 3723546"/>
                <a:gd name="connsiteY8" fmla="*/ 3042471 h 5795027"/>
                <a:gd name="connsiteX9" fmla="*/ 0 w 3723546"/>
                <a:gd name="connsiteY9" fmla="*/ 2752557 h 5795027"/>
                <a:gd name="connsiteX10" fmla="*/ 0 w 3723546"/>
                <a:gd name="connsiteY10" fmla="*/ 2231503 h 5795027"/>
                <a:gd name="connsiteX11" fmla="*/ 0 w 3723546"/>
                <a:gd name="connsiteY11" fmla="*/ 2048959 h 5795027"/>
                <a:gd name="connsiteX12" fmla="*/ 559354 w 3723546"/>
                <a:gd name="connsiteY12" fmla="*/ 855573 h 5795027"/>
                <a:gd name="connsiteX13" fmla="*/ 1950071 w 3723546"/>
                <a:gd name="connsiteY13" fmla="*/ 164715 h 5795027"/>
                <a:gd name="connsiteX14" fmla="*/ 2144960 w 3723546"/>
                <a:gd name="connsiteY14" fmla="*/ 0 h 5795027"/>
                <a:gd name="connsiteX15" fmla="*/ 2332832 w 3723546"/>
                <a:gd name="connsiteY15" fmla="*/ 164715 h 5795027"/>
                <a:gd name="connsiteX16" fmla="*/ 2976290 w 3723546"/>
                <a:gd name="connsiteY16" fmla="*/ 524033 h 5795027"/>
                <a:gd name="connsiteX0" fmla="*/ 2989878 w 2989878"/>
                <a:gd name="connsiteY0" fmla="*/ 5266109 h 5795027"/>
                <a:gd name="connsiteX1" fmla="*/ 2332829 w 2989878"/>
                <a:gd name="connsiteY1" fmla="*/ 5630311 h 5795027"/>
                <a:gd name="connsiteX2" fmla="*/ 2137940 w 2989878"/>
                <a:gd name="connsiteY2" fmla="*/ 5795027 h 5795027"/>
                <a:gd name="connsiteX3" fmla="*/ 1950069 w 2989878"/>
                <a:gd name="connsiteY3" fmla="*/ 5630311 h 5795027"/>
                <a:gd name="connsiteX4" fmla="*/ 559353 w 2989878"/>
                <a:gd name="connsiteY4" fmla="*/ 4939455 h 5795027"/>
                <a:gd name="connsiteX5" fmla="*/ 0 w 2989878"/>
                <a:gd name="connsiteY5" fmla="*/ 3746068 h 5795027"/>
                <a:gd name="connsiteX6" fmla="*/ 0 w 2989878"/>
                <a:gd name="connsiteY6" fmla="*/ 3441681 h 5795027"/>
                <a:gd name="connsiteX7" fmla="*/ 0 w 2989878"/>
                <a:gd name="connsiteY7" fmla="*/ 3042471 h 5795027"/>
                <a:gd name="connsiteX8" fmla="*/ 0 w 2989878"/>
                <a:gd name="connsiteY8" fmla="*/ 2752557 h 5795027"/>
                <a:gd name="connsiteX9" fmla="*/ 0 w 2989878"/>
                <a:gd name="connsiteY9" fmla="*/ 2231503 h 5795027"/>
                <a:gd name="connsiteX10" fmla="*/ 0 w 2989878"/>
                <a:gd name="connsiteY10" fmla="*/ 2048959 h 5795027"/>
                <a:gd name="connsiteX11" fmla="*/ 559354 w 2989878"/>
                <a:gd name="connsiteY11" fmla="*/ 855573 h 5795027"/>
                <a:gd name="connsiteX12" fmla="*/ 1950071 w 2989878"/>
                <a:gd name="connsiteY12" fmla="*/ 164715 h 5795027"/>
                <a:gd name="connsiteX13" fmla="*/ 2144960 w 2989878"/>
                <a:gd name="connsiteY13" fmla="*/ 0 h 5795027"/>
                <a:gd name="connsiteX14" fmla="*/ 2332832 w 2989878"/>
                <a:gd name="connsiteY14" fmla="*/ 164715 h 5795027"/>
                <a:gd name="connsiteX15" fmla="*/ 2976290 w 2989878"/>
                <a:gd name="connsiteY15" fmla="*/ 524033 h 5795027"/>
                <a:gd name="connsiteX0" fmla="*/ 2989878 w 2989878"/>
                <a:gd name="connsiteY0" fmla="*/ 5266109 h 5795027"/>
                <a:gd name="connsiteX1" fmla="*/ 2332829 w 2989878"/>
                <a:gd name="connsiteY1" fmla="*/ 5630311 h 5795027"/>
                <a:gd name="connsiteX2" fmla="*/ 2137940 w 2989878"/>
                <a:gd name="connsiteY2" fmla="*/ 5795027 h 5795027"/>
                <a:gd name="connsiteX3" fmla="*/ 1950069 w 2989878"/>
                <a:gd name="connsiteY3" fmla="*/ 5630311 h 5795027"/>
                <a:gd name="connsiteX4" fmla="*/ 559353 w 2989878"/>
                <a:gd name="connsiteY4" fmla="*/ 4939455 h 5795027"/>
                <a:gd name="connsiteX5" fmla="*/ 0 w 2989878"/>
                <a:gd name="connsiteY5" fmla="*/ 3746068 h 5795027"/>
                <a:gd name="connsiteX6" fmla="*/ 0 w 2989878"/>
                <a:gd name="connsiteY6" fmla="*/ 3441681 h 5795027"/>
                <a:gd name="connsiteX7" fmla="*/ 0 w 2989878"/>
                <a:gd name="connsiteY7" fmla="*/ 3042471 h 5795027"/>
                <a:gd name="connsiteX8" fmla="*/ 0 w 2989878"/>
                <a:gd name="connsiteY8" fmla="*/ 2752557 h 5795027"/>
                <a:gd name="connsiteX9" fmla="*/ 0 w 2989878"/>
                <a:gd name="connsiteY9" fmla="*/ 2231503 h 5795027"/>
                <a:gd name="connsiteX10" fmla="*/ 0 w 2989878"/>
                <a:gd name="connsiteY10" fmla="*/ 2048959 h 5795027"/>
                <a:gd name="connsiteX11" fmla="*/ 559354 w 2989878"/>
                <a:gd name="connsiteY11" fmla="*/ 855573 h 5795027"/>
                <a:gd name="connsiteX12" fmla="*/ 1950071 w 2989878"/>
                <a:gd name="connsiteY12" fmla="*/ 164715 h 5795027"/>
                <a:gd name="connsiteX13" fmla="*/ 2144960 w 2989878"/>
                <a:gd name="connsiteY13" fmla="*/ 0 h 5795027"/>
                <a:gd name="connsiteX14" fmla="*/ 2332832 w 2989878"/>
                <a:gd name="connsiteY14" fmla="*/ 164715 h 5795027"/>
                <a:gd name="connsiteX15" fmla="*/ 2976290 w 2989878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87296"/>
                <a:gd name="connsiteY0" fmla="*/ 5266109 h 5795027"/>
                <a:gd name="connsiteX1" fmla="*/ 2332829 w 2987296"/>
                <a:gd name="connsiteY1" fmla="*/ 5630311 h 5795027"/>
                <a:gd name="connsiteX2" fmla="*/ 2137940 w 2987296"/>
                <a:gd name="connsiteY2" fmla="*/ 5795027 h 5795027"/>
                <a:gd name="connsiteX3" fmla="*/ 1950069 w 2987296"/>
                <a:gd name="connsiteY3" fmla="*/ 5630311 h 5795027"/>
                <a:gd name="connsiteX4" fmla="*/ 559353 w 2987296"/>
                <a:gd name="connsiteY4" fmla="*/ 4939455 h 5795027"/>
                <a:gd name="connsiteX5" fmla="*/ 0 w 2987296"/>
                <a:gd name="connsiteY5" fmla="*/ 3746068 h 5795027"/>
                <a:gd name="connsiteX6" fmla="*/ 0 w 2987296"/>
                <a:gd name="connsiteY6" fmla="*/ 3441681 h 5795027"/>
                <a:gd name="connsiteX7" fmla="*/ 0 w 2987296"/>
                <a:gd name="connsiteY7" fmla="*/ 3042471 h 5795027"/>
                <a:gd name="connsiteX8" fmla="*/ 0 w 2987296"/>
                <a:gd name="connsiteY8" fmla="*/ 2752557 h 5795027"/>
                <a:gd name="connsiteX9" fmla="*/ 0 w 2987296"/>
                <a:gd name="connsiteY9" fmla="*/ 2231503 h 5795027"/>
                <a:gd name="connsiteX10" fmla="*/ 0 w 2987296"/>
                <a:gd name="connsiteY10" fmla="*/ 2048959 h 5795027"/>
                <a:gd name="connsiteX11" fmla="*/ 559354 w 2987296"/>
                <a:gd name="connsiteY11" fmla="*/ 855573 h 5795027"/>
                <a:gd name="connsiteX12" fmla="*/ 1950071 w 2987296"/>
                <a:gd name="connsiteY12" fmla="*/ 164715 h 5795027"/>
                <a:gd name="connsiteX13" fmla="*/ 2144960 w 2987296"/>
                <a:gd name="connsiteY13" fmla="*/ 0 h 5795027"/>
                <a:gd name="connsiteX14" fmla="*/ 2332832 w 2987296"/>
                <a:gd name="connsiteY14" fmla="*/ 164715 h 5795027"/>
                <a:gd name="connsiteX15" fmla="*/ 2987296 w 2987296"/>
                <a:gd name="connsiteY15" fmla="*/ 557051 h 5795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987296" h="5795027">
                  <a:moveTo>
                    <a:pt x="2955049" y="5266109"/>
                  </a:moveTo>
                  <a:cubicBezTo>
                    <a:pt x="2737194" y="5332489"/>
                    <a:pt x="2474819" y="5542158"/>
                    <a:pt x="2332829" y="5630311"/>
                  </a:cubicBezTo>
                  <a:lnTo>
                    <a:pt x="2137940" y="5795027"/>
                  </a:lnTo>
                  <a:lnTo>
                    <a:pt x="1950069" y="5630311"/>
                  </a:lnTo>
                  <a:cubicBezTo>
                    <a:pt x="1484225" y="5270318"/>
                    <a:pt x="959280" y="5171158"/>
                    <a:pt x="559353" y="4939455"/>
                  </a:cubicBezTo>
                  <a:cubicBezTo>
                    <a:pt x="174796" y="4670559"/>
                    <a:pt x="0" y="4362177"/>
                    <a:pt x="0" y="3746068"/>
                  </a:cubicBezTo>
                  <a:lnTo>
                    <a:pt x="0" y="3441681"/>
                  </a:lnTo>
                  <a:lnTo>
                    <a:pt x="0" y="3042471"/>
                  </a:lnTo>
                  <a:lnTo>
                    <a:pt x="0" y="2752557"/>
                  </a:lnTo>
                  <a:lnTo>
                    <a:pt x="0" y="2231503"/>
                  </a:lnTo>
                  <a:lnTo>
                    <a:pt x="0" y="2048959"/>
                  </a:lnTo>
                  <a:cubicBezTo>
                    <a:pt x="0" y="1432851"/>
                    <a:pt x="174797" y="1124469"/>
                    <a:pt x="559354" y="855573"/>
                  </a:cubicBezTo>
                  <a:cubicBezTo>
                    <a:pt x="959283" y="623869"/>
                    <a:pt x="1484227" y="524709"/>
                    <a:pt x="1950071" y="164715"/>
                  </a:cubicBezTo>
                  <a:lnTo>
                    <a:pt x="2144960" y="0"/>
                  </a:lnTo>
                  <a:lnTo>
                    <a:pt x="2332832" y="164715"/>
                  </a:lnTo>
                  <a:cubicBezTo>
                    <a:pt x="2471387" y="252054"/>
                    <a:pt x="2755510" y="441908"/>
                    <a:pt x="2987296" y="557051"/>
                  </a:cubicBezTo>
                </a:path>
              </a:pathLst>
            </a:custGeom>
            <a:noFill/>
            <a:ln w="25400" cap="rnd">
              <a:solidFill>
                <a:schemeClr val="bg2">
                  <a:lumMod val="75000"/>
                  <a:alpha val="6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11B74D-DF90-4993-88AE-4D05C91F2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744" y="959587"/>
            <a:ext cx="9076329" cy="10642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9B3DE9-A495-4E75-819D-E0B2E55050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6744" y="2248257"/>
            <a:ext cx="9076329" cy="36501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2430AC-DB07-423B-A52A-0065639AFE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266975" y="6356350"/>
            <a:ext cx="29609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i="0">
                <a:solidFill>
                  <a:schemeClr val="tx2">
                    <a:alpha val="85000"/>
                  </a:schemeClr>
                </a:solidFill>
              </a:defRPr>
            </a:lvl1pPr>
          </a:lstStyle>
          <a:p>
            <a:fld id="{11008460-8B2F-4AAA-A4E2-10730069204C}" type="datetimeFigureOut">
              <a:rPr lang="en-US" smtClean="0"/>
              <a:pPr/>
              <a:t>2/9/2026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5FAFC9-FA18-4C55-8C92-B17603CAEE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66745" y="501128"/>
            <a:ext cx="331134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i="0">
                <a:solidFill>
                  <a:schemeClr val="tx2">
                    <a:alpha val="8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5A493-61FB-4764-90B6-8CC218A781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9498" y="6356350"/>
            <a:ext cx="5154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i="0">
                <a:solidFill>
                  <a:schemeClr val="tx2">
                    <a:alpha val="85000"/>
                  </a:schemeClr>
                </a:solidFill>
              </a:defRPr>
            </a:lvl1pPr>
          </a:lstStyle>
          <a:p>
            <a:fld id="{0946259B-8396-46CD-AD42-FDEDA89DA27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7250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50" r:id="rId5"/>
    <p:sldLayoutId id="2147483755" r:id="rId6"/>
    <p:sldLayoutId id="2147483751" r:id="rId7"/>
    <p:sldLayoutId id="2147483752" r:id="rId8"/>
    <p:sldLayoutId id="2147483753" r:id="rId9"/>
    <p:sldLayoutId id="2147483754" r:id="rId10"/>
    <p:sldLayoutId id="2147483756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SzPct val="150000"/>
        <a:buFont typeface="Goudy Old Style" panose="02020502050305020303" pitchFamily="18" charset="0"/>
        <a:buChar char="∙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10000"/>
        </a:lnSpc>
        <a:spcBef>
          <a:spcPts val="500"/>
        </a:spcBef>
        <a:buFontTx/>
        <a:buNone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548640" indent="-228600" algn="l" defTabSz="914400" rtl="0" eaLnBrk="1" latinLnBrk="0" hangingPunct="1">
        <a:lnSpc>
          <a:spcPct val="110000"/>
        </a:lnSpc>
        <a:spcBef>
          <a:spcPts val="500"/>
        </a:spcBef>
        <a:buSzPct val="150000"/>
        <a:buFont typeface="Goudy Old Style" panose="02020502050305020303" pitchFamily="18" charset="0"/>
        <a:buChar char="∙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594360" indent="0" algn="l" defTabSz="914400" rtl="0" eaLnBrk="1" latinLnBrk="0" hangingPunct="1">
        <a:lnSpc>
          <a:spcPct val="110000"/>
        </a:lnSpc>
        <a:spcBef>
          <a:spcPts val="500"/>
        </a:spcBef>
        <a:buFontTx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150000"/>
        <a:buFont typeface="Goudy Old Style" panose="02020502050305020303" pitchFamily="18" charset="0"/>
        <a:buChar char="∙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958DF84-F5C6-794F-8945-485D6C1075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6DA2A28-8165-0DBB-EC80-6F5B05535E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4AF0997A-7C0F-4AD2-BA90-5FE341A177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9595" y="805231"/>
            <a:ext cx="3876811" cy="5245563"/>
          </a:xfrm>
          <a:custGeom>
            <a:avLst/>
            <a:gdLst>
              <a:gd name="connsiteX0" fmla="*/ 1941583 w 3876811"/>
              <a:gd name="connsiteY0" fmla="*/ 0 h 5245563"/>
              <a:gd name="connsiteX1" fmla="*/ 2111641 w 3876811"/>
              <a:gd name="connsiteY1" fmla="*/ 149097 h 5245563"/>
              <a:gd name="connsiteX2" fmla="*/ 3370493 w 3876811"/>
              <a:gd name="connsiteY2" fmla="*/ 774451 h 5245563"/>
              <a:gd name="connsiteX3" fmla="*/ 3876811 w 3876811"/>
              <a:gd name="connsiteY3" fmla="*/ 1854684 h 5245563"/>
              <a:gd name="connsiteX4" fmla="*/ 3876811 w 3876811"/>
              <a:gd name="connsiteY4" fmla="*/ 2019920 h 5245563"/>
              <a:gd name="connsiteX5" fmla="*/ 3876811 w 3876811"/>
              <a:gd name="connsiteY5" fmla="*/ 2491569 h 5245563"/>
              <a:gd name="connsiteX6" fmla="*/ 3876811 w 3876811"/>
              <a:gd name="connsiteY6" fmla="*/ 2753995 h 5245563"/>
              <a:gd name="connsiteX7" fmla="*/ 3876811 w 3876811"/>
              <a:gd name="connsiteY7" fmla="*/ 3115353 h 5245563"/>
              <a:gd name="connsiteX8" fmla="*/ 3876811 w 3876811"/>
              <a:gd name="connsiteY8" fmla="*/ 3390879 h 5245563"/>
              <a:gd name="connsiteX9" fmla="*/ 3370493 w 3876811"/>
              <a:gd name="connsiteY9" fmla="*/ 4471114 h 5245563"/>
              <a:gd name="connsiteX10" fmla="*/ 2111639 w 3876811"/>
              <a:gd name="connsiteY10" fmla="*/ 5096465 h 5245563"/>
              <a:gd name="connsiteX11" fmla="*/ 1935228 w 3876811"/>
              <a:gd name="connsiteY11" fmla="*/ 5245563 h 5245563"/>
              <a:gd name="connsiteX12" fmla="*/ 1765171 w 3876811"/>
              <a:gd name="connsiteY12" fmla="*/ 5096465 h 5245563"/>
              <a:gd name="connsiteX13" fmla="*/ 506317 w 3876811"/>
              <a:gd name="connsiteY13" fmla="*/ 4471114 h 5245563"/>
              <a:gd name="connsiteX14" fmla="*/ 0 w 3876811"/>
              <a:gd name="connsiteY14" fmla="*/ 3390879 h 5245563"/>
              <a:gd name="connsiteX15" fmla="*/ 0 w 3876811"/>
              <a:gd name="connsiteY15" fmla="*/ 3115353 h 5245563"/>
              <a:gd name="connsiteX16" fmla="*/ 0 w 3876811"/>
              <a:gd name="connsiteY16" fmla="*/ 2753995 h 5245563"/>
              <a:gd name="connsiteX17" fmla="*/ 0 w 3876811"/>
              <a:gd name="connsiteY17" fmla="*/ 2491569 h 5245563"/>
              <a:gd name="connsiteX18" fmla="*/ 0 w 3876811"/>
              <a:gd name="connsiteY18" fmla="*/ 2019920 h 5245563"/>
              <a:gd name="connsiteX19" fmla="*/ 0 w 3876811"/>
              <a:gd name="connsiteY19" fmla="*/ 1854684 h 5245563"/>
              <a:gd name="connsiteX20" fmla="*/ 506318 w 3876811"/>
              <a:gd name="connsiteY20" fmla="*/ 774451 h 5245563"/>
              <a:gd name="connsiteX21" fmla="*/ 1765173 w 3876811"/>
              <a:gd name="connsiteY21" fmla="*/ 149097 h 5245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3876811" h="5245563">
                <a:moveTo>
                  <a:pt x="1941583" y="0"/>
                </a:moveTo>
                <a:lnTo>
                  <a:pt x="2111641" y="149097"/>
                </a:lnTo>
                <a:cubicBezTo>
                  <a:pt x="2533315" y="474958"/>
                  <a:pt x="3008487" y="564716"/>
                  <a:pt x="3370493" y="774451"/>
                </a:cubicBezTo>
                <a:cubicBezTo>
                  <a:pt x="3718590" y="1017851"/>
                  <a:pt x="3876811" y="1296993"/>
                  <a:pt x="3876811" y="1854684"/>
                </a:cubicBezTo>
                <a:lnTo>
                  <a:pt x="3876811" y="2019920"/>
                </a:lnTo>
                <a:lnTo>
                  <a:pt x="3876811" y="2491569"/>
                </a:lnTo>
                <a:lnTo>
                  <a:pt x="3876811" y="2753995"/>
                </a:lnTo>
                <a:lnTo>
                  <a:pt x="3876811" y="3115353"/>
                </a:lnTo>
                <a:lnTo>
                  <a:pt x="3876811" y="3390879"/>
                </a:lnTo>
                <a:cubicBezTo>
                  <a:pt x="3876811" y="3948571"/>
                  <a:pt x="3718588" y="4227713"/>
                  <a:pt x="3370493" y="4471114"/>
                </a:cubicBezTo>
                <a:cubicBezTo>
                  <a:pt x="3008484" y="4680847"/>
                  <a:pt x="2533312" y="4770605"/>
                  <a:pt x="2111639" y="5096465"/>
                </a:cubicBezTo>
                <a:lnTo>
                  <a:pt x="1935228" y="5245563"/>
                </a:lnTo>
                <a:lnTo>
                  <a:pt x="1765171" y="5096465"/>
                </a:lnTo>
                <a:cubicBezTo>
                  <a:pt x="1343496" y="4770605"/>
                  <a:pt x="868325" y="4680847"/>
                  <a:pt x="506317" y="4471114"/>
                </a:cubicBezTo>
                <a:cubicBezTo>
                  <a:pt x="158223" y="4227713"/>
                  <a:pt x="0" y="3948571"/>
                  <a:pt x="0" y="3390879"/>
                </a:cubicBezTo>
                <a:lnTo>
                  <a:pt x="0" y="3115353"/>
                </a:lnTo>
                <a:lnTo>
                  <a:pt x="0" y="2753995"/>
                </a:lnTo>
                <a:lnTo>
                  <a:pt x="0" y="2491569"/>
                </a:lnTo>
                <a:lnTo>
                  <a:pt x="0" y="2019920"/>
                </a:lnTo>
                <a:lnTo>
                  <a:pt x="0" y="1854684"/>
                </a:lnTo>
                <a:cubicBezTo>
                  <a:pt x="0" y="1296993"/>
                  <a:pt x="158224" y="1017851"/>
                  <a:pt x="506318" y="774451"/>
                </a:cubicBezTo>
                <a:cubicBezTo>
                  <a:pt x="868327" y="564716"/>
                  <a:pt x="1343498" y="474958"/>
                  <a:pt x="1765173" y="149097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D57BDF-4BD3-42EA-A217-D98FCC195C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3390" y="1826096"/>
            <a:ext cx="3149221" cy="2142699"/>
          </a:xfrm>
        </p:spPr>
        <p:txBody>
          <a:bodyPr anchor="b">
            <a:normAutofit/>
          </a:bodyPr>
          <a:lstStyle/>
          <a:p>
            <a:pPr algn="ctr"/>
            <a:r>
              <a:rPr lang="ru-RU" sz="3400" dirty="0"/>
              <a:t>Тестирования программного обеспечения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2E67446-732B-4F72-8560-6FABB6CB25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0828" y="720724"/>
            <a:ext cx="4014345" cy="5414576"/>
          </a:xfrm>
          <a:custGeom>
            <a:avLst/>
            <a:gdLst>
              <a:gd name="connsiteX0" fmla="*/ 2144960 w 4282900"/>
              <a:gd name="connsiteY0" fmla="*/ 0 h 5795027"/>
              <a:gd name="connsiteX1" fmla="*/ 2332832 w 4282900"/>
              <a:gd name="connsiteY1" fmla="*/ 164715 h 5795027"/>
              <a:gd name="connsiteX2" fmla="*/ 3723546 w 4282900"/>
              <a:gd name="connsiteY2" fmla="*/ 855573 h 5795027"/>
              <a:gd name="connsiteX3" fmla="*/ 4282900 w 4282900"/>
              <a:gd name="connsiteY3" fmla="*/ 2048959 h 5795027"/>
              <a:gd name="connsiteX4" fmla="*/ 4282900 w 4282900"/>
              <a:gd name="connsiteY4" fmla="*/ 2231503 h 5795027"/>
              <a:gd name="connsiteX5" fmla="*/ 4282900 w 4282900"/>
              <a:gd name="connsiteY5" fmla="*/ 2752557 h 5795027"/>
              <a:gd name="connsiteX6" fmla="*/ 4282900 w 4282900"/>
              <a:gd name="connsiteY6" fmla="*/ 3042471 h 5795027"/>
              <a:gd name="connsiteX7" fmla="*/ 4282900 w 4282900"/>
              <a:gd name="connsiteY7" fmla="*/ 3441681 h 5795027"/>
              <a:gd name="connsiteX8" fmla="*/ 4282900 w 4282900"/>
              <a:gd name="connsiteY8" fmla="*/ 3746068 h 5795027"/>
              <a:gd name="connsiteX9" fmla="*/ 3723546 w 4282900"/>
              <a:gd name="connsiteY9" fmla="*/ 4939455 h 5795027"/>
              <a:gd name="connsiteX10" fmla="*/ 2332829 w 4282900"/>
              <a:gd name="connsiteY10" fmla="*/ 5630311 h 5795027"/>
              <a:gd name="connsiteX11" fmla="*/ 2137940 w 4282900"/>
              <a:gd name="connsiteY11" fmla="*/ 5795027 h 5795027"/>
              <a:gd name="connsiteX12" fmla="*/ 1950069 w 4282900"/>
              <a:gd name="connsiteY12" fmla="*/ 5630311 h 5795027"/>
              <a:gd name="connsiteX13" fmla="*/ 559353 w 4282900"/>
              <a:gd name="connsiteY13" fmla="*/ 4939455 h 5795027"/>
              <a:gd name="connsiteX14" fmla="*/ 0 w 4282900"/>
              <a:gd name="connsiteY14" fmla="*/ 3746068 h 5795027"/>
              <a:gd name="connsiteX15" fmla="*/ 0 w 4282900"/>
              <a:gd name="connsiteY15" fmla="*/ 3441681 h 5795027"/>
              <a:gd name="connsiteX16" fmla="*/ 0 w 4282900"/>
              <a:gd name="connsiteY16" fmla="*/ 3042471 h 5795027"/>
              <a:gd name="connsiteX17" fmla="*/ 0 w 4282900"/>
              <a:gd name="connsiteY17" fmla="*/ 2752557 h 5795027"/>
              <a:gd name="connsiteX18" fmla="*/ 0 w 4282900"/>
              <a:gd name="connsiteY18" fmla="*/ 2231503 h 5795027"/>
              <a:gd name="connsiteX19" fmla="*/ 0 w 4282900"/>
              <a:gd name="connsiteY19" fmla="*/ 2048959 h 5795027"/>
              <a:gd name="connsiteX20" fmla="*/ 559354 w 4282900"/>
              <a:gd name="connsiteY20" fmla="*/ 855573 h 5795027"/>
              <a:gd name="connsiteX21" fmla="*/ 1950071 w 4282900"/>
              <a:gd name="connsiteY21" fmla="*/ 164715 h 579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4282900" h="5795027">
                <a:moveTo>
                  <a:pt x="2144960" y="0"/>
                </a:moveTo>
                <a:lnTo>
                  <a:pt x="2332832" y="164715"/>
                </a:lnTo>
                <a:cubicBezTo>
                  <a:pt x="2798675" y="524709"/>
                  <a:pt x="3323620" y="623869"/>
                  <a:pt x="3723546" y="855573"/>
                </a:cubicBezTo>
                <a:cubicBezTo>
                  <a:pt x="4108105" y="1124469"/>
                  <a:pt x="4282900" y="1432851"/>
                  <a:pt x="4282900" y="2048959"/>
                </a:cubicBezTo>
                <a:lnTo>
                  <a:pt x="4282900" y="2231503"/>
                </a:lnTo>
                <a:lnTo>
                  <a:pt x="4282900" y="2752557"/>
                </a:lnTo>
                <a:lnTo>
                  <a:pt x="4282900" y="3042471"/>
                </a:lnTo>
                <a:lnTo>
                  <a:pt x="4282900" y="3441681"/>
                </a:lnTo>
                <a:lnTo>
                  <a:pt x="4282900" y="3746068"/>
                </a:lnTo>
                <a:cubicBezTo>
                  <a:pt x="4282900" y="4362177"/>
                  <a:pt x="4108103" y="4670559"/>
                  <a:pt x="3723546" y="4939455"/>
                </a:cubicBezTo>
                <a:cubicBezTo>
                  <a:pt x="3323617" y="5171158"/>
                  <a:pt x="2798672" y="5270318"/>
                  <a:pt x="2332829" y="5630311"/>
                </a:cubicBezTo>
                <a:lnTo>
                  <a:pt x="2137940" y="5795027"/>
                </a:lnTo>
                <a:lnTo>
                  <a:pt x="1950069" y="5630311"/>
                </a:lnTo>
                <a:cubicBezTo>
                  <a:pt x="1484225" y="5270318"/>
                  <a:pt x="959280" y="5171158"/>
                  <a:pt x="559353" y="4939455"/>
                </a:cubicBezTo>
                <a:cubicBezTo>
                  <a:pt x="174796" y="4670559"/>
                  <a:pt x="0" y="4362177"/>
                  <a:pt x="0" y="3746068"/>
                </a:cubicBezTo>
                <a:lnTo>
                  <a:pt x="0" y="3441681"/>
                </a:lnTo>
                <a:lnTo>
                  <a:pt x="0" y="3042471"/>
                </a:lnTo>
                <a:lnTo>
                  <a:pt x="0" y="2752557"/>
                </a:lnTo>
                <a:lnTo>
                  <a:pt x="0" y="2231503"/>
                </a:lnTo>
                <a:lnTo>
                  <a:pt x="0" y="2048959"/>
                </a:lnTo>
                <a:cubicBezTo>
                  <a:pt x="0" y="1432851"/>
                  <a:pt x="174797" y="1124469"/>
                  <a:pt x="559354" y="855573"/>
                </a:cubicBezTo>
                <a:cubicBezTo>
                  <a:pt x="959283" y="623869"/>
                  <a:pt x="1484227" y="524709"/>
                  <a:pt x="1950071" y="164715"/>
                </a:cubicBezTo>
                <a:close/>
              </a:path>
            </a:pathLst>
          </a:custGeom>
          <a:noFill/>
          <a:ln w="25400" cap="rnd">
            <a:solidFill>
              <a:schemeClr val="bg2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881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F275D8-561F-4377-8BF3-FDB170E01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750" y="0"/>
            <a:ext cx="9076329" cy="1064277"/>
          </a:xfrm>
        </p:spPr>
        <p:txBody>
          <a:bodyPr/>
          <a:lstStyle/>
          <a:p>
            <a:pPr algn="ctr"/>
            <a:r>
              <a:rPr lang="ru-RU" dirty="0"/>
              <a:t>Суть и цели тестирования</a:t>
            </a:r>
            <a:r>
              <a:rPr lang="en-US" dirty="0"/>
              <a:t>:</a:t>
            </a:r>
            <a:endParaRPr lang="ru-RU" dirty="0"/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88662BF5-56F4-4160-85A2-5E91EFB831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12"/>
          <a:stretch/>
        </p:blipFill>
        <p:spPr bwMode="auto">
          <a:xfrm>
            <a:off x="363417" y="3188524"/>
            <a:ext cx="3609866" cy="2369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icture background">
            <a:extLst>
              <a:ext uri="{FF2B5EF4-FFF2-40B4-BE49-F238E27FC236}">
                <a16:creationId xmlns:a16="http://schemas.microsoft.com/office/drawing/2014/main" id="{1DDF76C0-1711-4D97-BD25-508885A673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2548" y="3152898"/>
            <a:ext cx="3609865" cy="2173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9A94C90-0BBB-408A-AB6E-27D4D728629D}"/>
              </a:ext>
            </a:extLst>
          </p:cNvPr>
          <p:cNvSpPr txBox="1"/>
          <p:nvPr/>
        </p:nvSpPr>
        <p:spPr>
          <a:xfrm>
            <a:off x="1156750" y="2689761"/>
            <a:ext cx="2683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Тестирование ПО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DB238F-4DC2-42AF-8385-A1EED41685A3}"/>
              </a:ext>
            </a:extLst>
          </p:cNvPr>
          <p:cNvSpPr txBox="1"/>
          <p:nvPr/>
        </p:nvSpPr>
        <p:spPr>
          <a:xfrm>
            <a:off x="8437418" y="2689761"/>
            <a:ext cx="2480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Выявление дефектов 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55A11A4-9F09-40BE-ABFB-0E68A3E83659}"/>
              </a:ext>
            </a:extLst>
          </p:cNvPr>
          <p:cNvSpPr/>
          <p:nvPr/>
        </p:nvSpPr>
        <p:spPr>
          <a:xfrm>
            <a:off x="2964873" y="1064277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Цель тестирования — не создание абсолютно безошибочного продукта (теоретически невозможно), а максимизация качества путём раннего выявления критических дефектов</a:t>
            </a:r>
            <a:endParaRPr lang="ru-RU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3613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B572A2-BA48-4C22-AFBB-383EEFAD4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7145" y="49428"/>
            <a:ext cx="9076329" cy="1064277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По знанию внутренней структуры системы</a:t>
            </a:r>
            <a:r>
              <a:rPr lang="en-US" dirty="0"/>
              <a:t>:</a:t>
            </a:r>
            <a:endParaRPr lang="ru-RU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14F34627-1D16-44F5-A451-9FDC458BF1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0473144"/>
              </p:ext>
            </p:extLst>
          </p:nvPr>
        </p:nvGraphicFramePr>
        <p:xfrm>
          <a:off x="2072833" y="1113705"/>
          <a:ext cx="7504951" cy="314134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76037">
                  <a:extLst>
                    <a:ext uri="{9D8B030D-6E8A-4147-A177-3AD203B41FA5}">
                      <a16:colId xmlns:a16="http://schemas.microsoft.com/office/drawing/2014/main" val="2873241846"/>
                    </a:ext>
                  </a:extLst>
                </a:gridCol>
                <a:gridCol w="1876037">
                  <a:extLst>
                    <a:ext uri="{9D8B030D-6E8A-4147-A177-3AD203B41FA5}">
                      <a16:colId xmlns:a16="http://schemas.microsoft.com/office/drawing/2014/main" val="839900929"/>
                    </a:ext>
                  </a:extLst>
                </a:gridCol>
                <a:gridCol w="1876037">
                  <a:extLst>
                    <a:ext uri="{9D8B030D-6E8A-4147-A177-3AD203B41FA5}">
                      <a16:colId xmlns:a16="http://schemas.microsoft.com/office/drawing/2014/main" val="3933132169"/>
                    </a:ext>
                  </a:extLst>
                </a:gridCol>
                <a:gridCol w="1876840">
                  <a:extLst>
                    <a:ext uri="{9D8B030D-6E8A-4147-A177-3AD203B41FA5}">
                      <a16:colId xmlns:a16="http://schemas.microsoft.com/office/drawing/2014/main" val="2634622871"/>
                    </a:ext>
                  </a:extLst>
                </a:gridCol>
              </a:tblGrid>
              <a:tr h="42728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Тип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Доступ к коду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Кто проводит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Фокус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0107516"/>
                  </a:ext>
                </a:extLst>
              </a:tr>
              <a:tr h="90468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Чёрный ящик (</a:t>
                      </a:r>
                      <a:r>
                        <a:rPr lang="ru-RU" sz="1100" dirty="0" err="1">
                          <a:effectLst/>
                        </a:rPr>
                        <a:t>Black</a:t>
                      </a:r>
                      <a:r>
                        <a:rPr lang="ru-RU" sz="1100" dirty="0">
                          <a:effectLst/>
                        </a:rPr>
                        <a:t> </a:t>
                      </a:r>
                      <a:r>
                        <a:rPr lang="ru-RU" sz="1100" dirty="0" err="1">
                          <a:effectLst/>
                        </a:rPr>
                        <a:t>Box</a:t>
                      </a:r>
                      <a:r>
                        <a:rPr lang="ru-RU" sz="1100" dirty="0">
                          <a:effectLst/>
                        </a:rPr>
                        <a:t>)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Нет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Тестировщики, пользователи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Поведение через интерфейсы, как у конечного пользователя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24883118"/>
                  </a:ext>
                </a:extLst>
              </a:tr>
              <a:tr h="90468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Белый ящик (White Box)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Полный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Разработчики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Структура кода, покрытие ветвлений, путей выполнения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38175343"/>
                  </a:ext>
                </a:extLst>
              </a:tr>
              <a:tr h="90468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Серый ящик (Gray Box)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Частичный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Тестировщики с техническими знаниями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Комбинация поведенческого и структурного подходов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61252638"/>
                  </a:ext>
                </a:extLst>
              </a:tr>
            </a:tbl>
          </a:graphicData>
        </a:graphic>
      </p:graphicFrame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F13B6CA4-DC28-41C5-853D-736EC263EA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2833" y="4035358"/>
            <a:ext cx="7504951" cy="2773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6200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B06F36-C039-4220-A731-1F58368FA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497" y="-250816"/>
            <a:ext cx="9076329" cy="1064277"/>
          </a:xfrm>
        </p:spPr>
        <p:txBody>
          <a:bodyPr/>
          <a:lstStyle/>
          <a:p>
            <a:pPr algn="ctr"/>
            <a:r>
              <a:rPr lang="ru-RU" dirty="0"/>
              <a:t>По объекту проверки</a:t>
            </a:r>
            <a:r>
              <a:rPr lang="en-US" dirty="0"/>
              <a:t>: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1BEBA0-4131-4222-8346-919F03A7BDED}"/>
              </a:ext>
            </a:extLst>
          </p:cNvPr>
          <p:cNvSpPr txBox="1"/>
          <p:nvPr/>
        </p:nvSpPr>
        <p:spPr>
          <a:xfrm>
            <a:off x="490379" y="1003466"/>
            <a:ext cx="45277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Функциональное — «Что делает система?»</a:t>
            </a:r>
          </a:p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A0A706-521A-455B-B98D-87DA356FD3AB}"/>
              </a:ext>
            </a:extLst>
          </p:cNvPr>
          <p:cNvSpPr txBox="1"/>
          <p:nvPr/>
        </p:nvSpPr>
        <p:spPr>
          <a:xfrm>
            <a:off x="6406737" y="1003465"/>
            <a:ext cx="50133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Нефункциональное — «Как система работает?»</a:t>
            </a:r>
          </a:p>
          <a:p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E86F7F-21E9-4598-AEA2-B1BEC3D22A3E}"/>
              </a:ext>
            </a:extLst>
          </p:cNvPr>
          <p:cNvSpPr txBox="1"/>
          <p:nvPr/>
        </p:nvSpPr>
        <p:spPr>
          <a:xfrm>
            <a:off x="2660013" y="1649796"/>
            <a:ext cx="569745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Измеряемые характеристики качества:</a:t>
            </a:r>
          </a:p>
          <a:p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3507A1-A7E0-4CE2-9C3E-40700BC8CB30}"/>
              </a:ext>
            </a:extLst>
          </p:cNvPr>
          <p:cNvSpPr txBox="1"/>
          <p:nvPr/>
        </p:nvSpPr>
        <p:spPr>
          <a:xfrm>
            <a:off x="490379" y="2594759"/>
            <a:ext cx="34735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Производительность (нагрузочное, стрессовое, объёмное тестирование)</a:t>
            </a:r>
          </a:p>
          <a:p>
            <a:endParaRPr lang="ru-RU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318568B-9400-4AEE-B2E0-FCA38B85B948}"/>
              </a:ext>
            </a:extLst>
          </p:cNvPr>
          <p:cNvSpPr/>
          <p:nvPr/>
        </p:nvSpPr>
        <p:spPr>
          <a:xfrm>
            <a:off x="7942962" y="2757085"/>
            <a:ext cx="3758659" cy="6719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Безопасность (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пентестинг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сканирование уязвимостей)</a:t>
            </a:r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83852E1A-5115-4AA7-B349-45B804B2589D}"/>
              </a:ext>
            </a:extLst>
          </p:cNvPr>
          <p:cNvCxnSpPr>
            <a:stCxn id="6" idx="1"/>
            <a:endCxn id="7" idx="0"/>
          </p:cNvCxnSpPr>
          <p:nvPr/>
        </p:nvCxnSpPr>
        <p:spPr>
          <a:xfrm flipH="1">
            <a:off x="2227146" y="2019128"/>
            <a:ext cx="432867" cy="5756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93283372-A7EB-4E9F-9CFB-DF91BD0C9BCD}"/>
              </a:ext>
            </a:extLst>
          </p:cNvPr>
          <p:cNvCxnSpPr>
            <a:stCxn id="6" idx="3"/>
            <a:endCxn id="8" idx="0"/>
          </p:cNvCxnSpPr>
          <p:nvPr/>
        </p:nvCxnSpPr>
        <p:spPr>
          <a:xfrm>
            <a:off x="8357470" y="2019128"/>
            <a:ext cx="1464822" cy="7379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F899D477-6318-4842-A63E-1F2E771A7E40}"/>
              </a:ext>
            </a:extLst>
          </p:cNvPr>
          <p:cNvSpPr/>
          <p:nvPr/>
        </p:nvSpPr>
        <p:spPr>
          <a:xfrm>
            <a:off x="3963912" y="2625091"/>
            <a:ext cx="3536868" cy="9682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Юзабилити и доступность (удобство использования, поддержка 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скринридеров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D620B835-37EC-4A2D-869F-16494138EE30}"/>
              </a:ext>
            </a:extLst>
          </p:cNvPr>
          <p:cNvCxnSpPr>
            <a:stCxn id="6" idx="2"/>
            <a:endCxn id="13" idx="0"/>
          </p:cNvCxnSpPr>
          <p:nvPr/>
        </p:nvCxnSpPr>
        <p:spPr>
          <a:xfrm>
            <a:off x="5508742" y="2388460"/>
            <a:ext cx="223604" cy="2366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E2954E89-EB6D-4CB5-818D-11B02642E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6409" y="4882848"/>
            <a:ext cx="5811061" cy="1943371"/>
          </a:xfrm>
          <a:prstGeom prst="rect">
            <a:avLst/>
          </a:prstGeom>
        </p:spPr>
      </p:pic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9D7EEAA6-AC1D-4A7C-9D1A-0B170A118087}"/>
              </a:ext>
            </a:extLst>
          </p:cNvPr>
          <p:cNvSpPr/>
          <p:nvPr/>
        </p:nvSpPr>
        <p:spPr>
          <a:xfrm>
            <a:off x="5674933" y="4023157"/>
            <a:ext cx="4404732" cy="375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Совместимость (браузеры, ОС, устройства)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4230CD34-EFE8-4A6C-97D8-E0E53D5E1654}"/>
              </a:ext>
            </a:extLst>
          </p:cNvPr>
          <p:cNvSpPr/>
          <p:nvPr/>
        </p:nvSpPr>
        <p:spPr>
          <a:xfrm>
            <a:off x="1462645" y="3874975"/>
            <a:ext cx="6096000" cy="67191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Инсталляционное тестирование (установка/удаление/обновление)</a:t>
            </a:r>
          </a:p>
        </p:txBody>
      </p: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1C95BE24-D838-44C5-A328-4EACA216EFF9}"/>
              </a:ext>
            </a:extLst>
          </p:cNvPr>
          <p:cNvCxnSpPr/>
          <p:nvPr/>
        </p:nvCxnSpPr>
        <p:spPr>
          <a:xfrm flipH="1">
            <a:off x="3295403" y="2015664"/>
            <a:ext cx="552202" cy="17794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4FA149DB-05F7-419F-9866-C68DF0F02934}"/>
              </a:ext>
            </a:extLst>
          </p:cNvPr>
          <p:cNvCxnSpPr/>
          <p:nvPr/>
        </p:nvCxnSpPr>
        <p:spPr>
          <a:xfrm>
            <a:off x="7202384" y="2119745"/>
            <a:ext cx="427512" cy="19034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8561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9E5121BA-7FF8-4595-823A-C02F043F34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0676325"/>
              </p:ext>
            </p:extLst>
          </p:nvPr>
        </p:nvGraphicFramePr>
        <p:xfrm>
          <a:off x="1229096" y="1134094"/>
          <a:ext cx="8710552" cy="435230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77405">
                  <a:extLst>
                    <a:ext uri="{9D8B030D-6E8A-4147-A177-3AD203B41FA5}">
                      <a16:colId xmlns:a16="http://schemas.microsoft.com/office/drawing/2014/main" val="1277609062"/>
                    </a:ext>
                  </a:extLst>
                </a:gridCol>
                <a:gridCol w="2177405">
                  <a:extLst>
                    <a:ext uri="{9D8B030D-6E8A-4147-A177-3AD203B41FA5}">
                      <a16:colId xmlns:a16="http://schemas.microsoft.com/office/drawing/2014/main" val="1740142550"/>
                    </a:ext>
                  </a:extLst>
                </a:gridCol>
                <a:gridCol w="2177405">
                  <a:extLst>
                    <a:ext uri="{9D8B030D-6E8A-4147-A177-3AD203B41FA5}">
                      <a16:colId xmlns:a16="http://schemas.microsoft.com/office/drawing/2014/main" val="1918620616"/>
                    </a:ext>
                  </a:extLst>
                </a:gridCol>
                <a:gridCol w="2178337">
                  <a:extLst>
                    <a:ext uri="{9D8B030D-6E8A-4147-A177-3AD203B41FA5}">
                      <a16:colId xmlns:a16="http://schemas.microsoft.com/office/drawing/2014/main" val="1634391884"/>
                    </a:ext>
                  </a:extLst>
                </a:gridCol>
              </a:tblGrid>
              <a:tr h="16214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Вид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535" marR="5653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Цель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535" marR="5653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Когда проводится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535" marR="5653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Особенности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535" marR="56535" marT="0" marB="0"/>
                </a:tc>
                <a:extLst>
                  <a:ext uri="{0D108BD9-81ED-4DB2-BD59-A6C34878D82A}">
                    <a16:rowId xmlns:a16="http://schemas.microsoft.com/office/drawing/2014/main" val="1869234136"/>
                  </a:ext>
                </a:extLst>
              </a:tr>
              <a:tr h="67110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Дымовое (Smoke)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535" marR="5653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Быстрая проверка критических путей: «Сборка стабильна?»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535" marR="5653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Сразу после сборки/развёртывания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535" marR="5653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Ограничен по времени; провал → остановка тестирования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535" marR="56535" marT="0" marB="0"/>
                </a:tc>
                <a:extLst>
                  <a:ext uri="{0D108BD9-81ED-4DB2-BD59-A6C34878D82A}">
                    <a16:rowId xmlns:a16="http://schemas.microsoft.com/office/drawing/2014/main" val="209279173"/>
                  </a:ext>
                </a:extLst>
              </a:tr>
              <a:tr h="67110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Санитарное (Sanity)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535" marR="5653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Узкая проверка конкретной функции после исправления бага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535" marR="5653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После точечных правок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535" marR="5653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Подмножество регрессионного; часто ручное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535" marR="56535" marT="0" marB="0"/>
                </a:tc>
                <a:extLst>
                  <a:ext uri="{0D108BD9-81ED-4DB2-BD59-A6C34878D82A}">
                    <a16:rowId xmlns:a16="http://schemas.microsoft.com/office/drawing/2014/main" val="2325578271"/>
                  </a:ext>
                </a:extLst>
              </a:tr>
              <a:tr h="67110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Тестирование новых функций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535" marR="5653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Проверка корректности новой/изменённой функциональности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535" marR="5653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После добавления фичи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535" marR="5653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Фокус на позитивных и негативных сценариях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535" marR="56535" marT="0" marB="0"/>
                </a:tc>
                <a:extLst>
                  <a:ext uri="{0D108BD9-81ED-4DB2-BD59-A6C34878D82A}">
                    <a16:rowId xmlns:a16="http://schemas.microsoft.com/office/drawing/2014/main" val="1081897364"/>
                  </a:ext>
                </a:extLst>
              </a:tr>
              <a:tr h="84076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Регрессионное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535" marR="5653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Проверка, что изменения не сломали существующую функциональность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535" marR="5653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После исправления багов, добавления фич, изменения конфигурации, перед релизом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535" marR="5653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Часто автоматизируется; может быть полным или выборочным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535" marR="56535" marT="0" marB="0"/>
                </a:tc>
                <a:extLst>
                  <a:ext uri="{0D108BD9-81ED-4DB2-BD59-A6C34878D82A}">
                    <a16:rowId xmlns:a16="http://schemas.microsoft.com/office/drawing/2014/main" val="2637402465"/>
                  </a:ext>
                </a:extLst>
              </a:tr>
              <a:tr h="66496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Приёмочное (Acceptance)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535" marR="5653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Подтверждение готовности к внедрению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535" marR="5653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На финальной стадии разработки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535" marR="5653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Проводится заказчиком по утверждённому плану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535" marR="56535" marT="0" marB="0"/>
                </a:tc>
                <a:extLst>
                  <a:ext uri="{0D108BD9-81ED-4DB2-BD59-A6C34878D82A}">
                    <a16:rowId xmlns:a16="http://schemas.microsoft.com/office/drawing/2014/main" val="82968384"/>
                  </a:ext>
                </a:extLst>
              </a:tr>
              <a:tr h="67110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Эксплуатационное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535" marR="5653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Тестирование в процессе использования продукта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535" marR="5653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После релиза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535" marR="5653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900" dirty="0">
                          <a:effectLst/>
                        </a:rPr>
                        <a:t>Выявление проблем в реальных условиях</a:t>
                      </a:r>
                      <a:endParaRPr lang="ru-RU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535" marR="56535" marT="0" marB="0"/>
                </a:tc>
                <a:extLst>
                  <a:ext uri="{0D108BD9-81ED-4DB2-BD59-A6C34878D82A}">
                    <a16:rowId xmlns:a16="http://schemas.microsoft.com/office/drawing/2014/main" val="14759666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206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A3B620-25E2-45F8-99ED-96C9C4B31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6120" y="0"/>
            <a:ext cx="9076329" cy="1064277"/>
          </a:xfrm>
        </p:spPr>
        <p:txBody>
          <a:bodyPr/>
          <a:lstStyle/>
          <a:p>
            <a:pPr algn="ctr"/>
            <a:r>
              <a:rPr lang="ru-RU" dirty="0"/>
              <a:t>По субъекту тестирования</a:t>
            </a:r>
            <a:r>
              <a:rPr lang="en-US" dirty="0"/>
              <a:t>:</a:t>
            </a:r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926B31F-A7FF-4D83-86A8-22932B18324D}"/>
              </a:ext>
            </a:extLst>
          </p:cNvPr>
          <p:cNvSpPr/>
          <p:nvPr/>
        </p:nvSpPr>
        <p:spPr>
          <a:xfrm>
            <a:off x="4263242" y="820833"/>
            <a:ext cx="24167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Альфа-тестирование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024C28-59AA-4E75-A747-749A90469859}"/>
              </a:ext>
            </a:extLst>
          </p:cNvPr>
          <p:cNvSpPr txBox="1"/>
          <p:nvPr/>
        </p:nvSpPr>
        <p:spPr>
          <a:xfrm>
            <a:off x="4269180" y="1190165"/>
            <a:ext cx="21646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Бета-тестирование</a:t>
            </a:r>
          </a:p>
        </p:txBody>
      </p:sp>
      <p:cxnSp>
        <p:nvCxnSpPr>
          <p:cNvPr id="7" name="Соединитель: уступ 6">
            <a:extLst>
              <a:ext uri="{FF2B5EF4-FFF2-40B4-BE49-F238E27FC236}">
                <a16:creationId xmlns:a16="http://schemas.microsoft.com/office/drawing/2014/main" id="{58164E91-6631-4800-A651-9B601F6507F5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2529444" y="748564"/>
            <a:ext cx="1739736" cy="62626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Соединитель: уступ 9">
            <a:extLst>
              <a:ext uri="{FF2B5EF4-FFF2-40B4-BE49-F238E27FC236}">
                <a16:creationId xmlns:a16="http://schemas.microsoft.com/office/drawing/2014/main" id="{7AB57814-D3BA-4AF6-A9E2-31DD61DFE283}"/>
              </a:ext>
            </a:extLst>
          </p:cNvPr>
          <p:cNvCxnSpPr>
            <a:cxnSpLocks/>
          </p:cNvCxnSpPr>
          <p:nvPr/>
        </p:nvCxnSpPr>
        <p:spPr>
          <a:xfrm rot="10800000" flipV="1">
            <a:off x="6537367" y="694705"/>
            <a:ext cx="1923803" cy="36957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344295B-2E7A-4605-87A8-F525948A7379}"/>
              </a:ext>
            </a:extLst>
          </p:cNvPr>
          <p:cNvSpPr txBox="1"/>
          <p:nvPr/>
        </p:nvSpPr>
        <p:spPr>
          <a:xfrm>
            <a:off x="2529444" y="1489674"/>
            <a:ext cx="60564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/>
              <a:t>По степени автоматизации</a:t>
            </a:r>
            <a:r>
              <a:rPr lang="en-US" sz="3600" dirty="0"/>
              <a:t>:</a:t>
            </a:r>
            <a:endParaRPr lang="ru-RU" sz="3600" dirty="0"/>
          </a:p>
        </p:txBody>
      </p:sp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C7C42C02-AF2D-4A03-847D-0C9C7D72E4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062529"/>
              </p:ext>
            </p:extLst>
          </p:nvPr>
        </p:nvGraphicFramePr>
        <p:xfrm>
          <a:off x="2634107" y="2195664"/>
          <a:ext cx="5675014" cy="265474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18602">
                  <a:extLst>
                    <a:ext uri="{9D8B030D-6E8A-4147-A177-3AD203B41FA5}">
                      <a16:colId xmlns:a16="http://schemas.microsoft.com/office/drawing/2014/main" val="531287843"/>
                    </a:ext>
                  </a:extLst>
                </a:gridCol>
                <a:gridCol w="1418602">
                  <a:extLst>
                    <a:ext uri="{9D8B030D-6E8A-4147-A177-3AD203B41FA5}">
                      <a16:colId xmlns:a16="http://schemas.microsoft.com/office/drawing/2014/main" val="2611291100"/>
                    </a:ext>
                  </a:extLst>
                </a:gridCol>
                <a:gridCol w="1418602">
                  <a:extLst>
                    <a:ext uri="{9D8B030D-6E8A-4147-A177-3AD203B41FA5}">
                      <a16:colId xmlns:a16="http://schemas.microsoft.com/office/drawing/2014/main" val="1861766942"/>
                    </a:ext>
                  </a:extLst>
                </a:gridCol>
                <a:gridCol w="1419208">
                  <a:extLst>
                    <a:ext uri="{9D8B030D-6E8A-4147-A177-3AD203B41FA5}">
                      <a16:colId xmlns:a16="http://schemas.microsoft.com/office/drawing/2014/main" val="3770907151"/>
                    </a:ext>
                  </a:extLst>
                </a:gridCol>
              </a:tblGrid>
              <a:tr h="13838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Тип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Описание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Плюсы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Минусы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84776291"/>
                  </a:ext>
                </a:extLst>
              </a:tr>
              <a:tr h="72121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Ручное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Выполнение тест-кейсов человеком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Гибкость, подходит для исследовательского тестирования и юзабилити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Медленно, подвержено человеческому фактору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44352710"/>
                  </a:ext>
                </a:extLst>
              </a:tr>
              <a:tr h="72121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Автоматизированное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Запуск скриптов через инструменты (</a:t>
                      </a:r>
                      <a:r>
                        <a:rPr lang="ru-RU" sz="1100" dirty="0" err="1">
                          <a:effectLst/>
                        </a:rPr>
                        <a:t>Selenium</a:t>
                      </a:r>
                      <a:r>
                        <a:rPr lang="ru-RU" sz="1100" dirty="0">
                          <a:effectLst/>
                        </a:rPr>
                        <a:t>, </a:t>
                      </a:r>
                      <a:r>
                        <a:rPr lang="ru-RU" sz="1100" dirty="0" err="1">
                          <a:effectLst/>
                        </a:rPr>
                        <a:t>Playwright</a:t>
                      </a:r>
                      <a:r>
                        <a:rPr lang="ru-RU" sz="1100" dirty="0">
                          <a:effectLst/>
                        </a:rPr>
                        <a:t>)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Быстро, повторяемо, идеально для регрессии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Высокие первоначальные затраты, требует обновления при изменениях UI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61840100"/>
                  </a:ext>
                </a:extLst>
              </a:tr>
              <a:tr h="57550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Полуавтоматизированное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Гибрид: часть действий автоматизирована, часть — ручная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Баланс скорости и гибкости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Требует координации процессов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18627545"/>
                  </a:ext>
                </a:extLst>
              </a:tr>
            </a:tbl>
          </a:graphicData>
        </a:graphic>
      </p:graphicFrame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FCFBF39C-4C19-41E7-89C1-7D46A6EDFDB8}"/>
              </a:ext>
            </a:extLst>
          </p:cNvPr>
          <p:cNvSpPr txBox="1">
            <a:spLocks/>
          </p:cNvSpPr>
          <p:nvPr/>
        </p:nvSpPr>
        <p:spPr>
          <a:xfrm>
            <a:off x="933449" y="5099019"/>
            <a:ext cx="9076329" cy="10642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800" dirty="0"/>
              <a:t>По критерию «позитивности» сценариев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FB9FA5-B48D-4C5B-AEF4-16B3B9368889}"/>
              </a:ext>
            </a:extLst>
          </p:cNvPr>
          <p:cNvSpPr txBox="1"/>
          <p:nvPr/>
        </p:nvSpPr>
        <p:spPr>
          <a:xfrm>
            <a:off x="1026120" y="6023594"/>
            <a:ext cx="18710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Позитивное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6E4F23-8432-4C22-8649-05581B24BF93}"/>
              </a:ext>
            </a:extLst>
          </p:cNvPr>
          <p:cNvSpPr txBox="1"/>
          <p:nvPr/>
        </p:nvSpPr>
        <p:spPr>
          <a:xfrm>
            <a:off x="7873340" y="6023593"/>
            <a:ext cx="18296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Негативное</a:t>
            </a:r>
          </a:p>
        </p:txBody>
      </p: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82E4DFB6-1462-4F6C-98BE-2F4DB12F2712}"/>
              </a:ext>
            </a:extLst>
          </p:cNvPr>
          <p:cNvCxnSpPr/>
          <p:nvPr/>
        </p:nvCxnSpPr>
        <p:spPr>
          <a:xfrm flipH="1">
            <a:off x="2440379" y="5765470"/>
            <a:ext cx="332509" cy="3265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11FC2C13-CA31-454A-A695-B805F6731F08}"/>
              </a:ext>
            </a:extLst>
          </p:cNvPr>
          <p:cNvCxnSpPr/>
          <p:nvPr/>
        </p:nvCxnSpPr>
        <p:spPr>
          <a:xfrm>
            <a:off x="8309121" y="5765470"/>
            <a:ext cx="276739" cy="3265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7869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5B57696E-58F6-4E9E-85FA-248962681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6118" y="0"/>
            <a:ext cx="9076329" cy="1064277"/>
          </a:xfrm>
        </p:spPr>
        <p:txBody>
          <a:bodyPr/>
          <a:lstStyle/>
          <a:p>
            <a:pPr algn="ctr"/>
            <a:r>
              <a:rPr lang="ru-RU" dirty="0"/>
              <a:t>Регрессионное тестирование </a:t>
            </a:r>
          </a:p>
        </p:txBody>
      </p:sp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660CC7FD-FFDE-40AE-92F9-683A28A44E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2475811"/>
              </p:ext>
            </p:extLst>
          </p:nvPr>
        </p:nvGraphicFramePr>
        <p:xfrm>
          <a:off x="2139371" y="1286470"/>
          <a:ext cx="6849825" cy="242456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83275">
                  <a:extLst>
                    <a:ext uri="{9D8B030D-6E8A-4147-A177-3AD203B41FA5}">
                      <a16:colId xmlns:a16="http://schemas.microsoft.com/office/drawing/2014/main" val="2127357647"/>
                    </a:ext>
                  </a:extLst>
                </a:gridCol>
                <a:gridCol w="2283275">
                  <a:extLst>
                    <a:ext uri="{9D8B030D-6E8A-4147-A177-3AD203B41FA5}">
                      <a16:colId xmlns:a16="http://schemas.microsoft.com/office/drawing/2014/main" val="2407342588"/>
                    </a:ext>
                  </a:extLst>
                </a:gridCol>
                <a:gridCol w="2283275">
                  <a:extLst>
                    <a:ext uri="{9D8B030D-6E8A-4147-A177-3AD203B41FA5}">
                      <a16:colId xmlns:a16="http://schemas.microsoft.com/office/drawing/2014/main" val="4055984307"/>
                    </a:ext>
                  </a:extLst>
                </a:gridCol>
              </a:tblGrid>
              <a:tr h="23499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Тип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Описание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Когда применяется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14465031"/>
                  </a:ext>
                </a:extLst>
              </a:tr>
              <a:tr h="72985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Полный регресс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Запуск всего набора тестов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Перед релизом, после крупных изменений архитектуры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93580001"/>
                  </a:ext>
                </a:extLst>
              </a:tr>
              <a:tr h="72985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Выборочный регресс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Тестирование только затронутых модулей и их окружения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После небольших правок, в рамках CI/CD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57294304"/>
                  </a:ext>
                </a:extLst>
              </a:tr>
              <a:tr h="72985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Повторное тестирование (</a:t>
                      </a:r>
                      <a:r>
                        <a:rPr lang="ru-RU" sz="1100" dirty="0" err="1">
                          <a:effectLst/>
                        </a:rPr>
                        <a:t>Re-test</a:t>
                      </a:r>
                      <a:r>
                        <a:rPr lang="ru-RU" sz="1100" dirty="0">
                          <a:effectLst/>
                        </a:rPr>
                        <a:t>)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Повторная проверка конкретного бага после исправления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После закрытия дефекта (не путать с регрессией!)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14621586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969DD218-754F-460B-851B-B5E4F2756F6C}"/>
              </a:ext>
            </a:extLst>
          </p:cNvPr>
          <p:cNvSpPr txBox="1"/>
          <p:nvPr/>
        </p:nvSpPr>
        <p:spPr>
          <a:xfrm>
            <a:off x="1179485" y="4708569"/>
            <a:ext cx="1031885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⚙️ Особенности</a:t>
            </a:r>
          </a:p>
          <a:p>
            <a:r>
              <a:rPr lang="ru-RU" dirty="0"/>
              <a:t>Часто автоматизируется — из-за необходимости частого повторения в CI/CD </a:t>
            </a:r>
            <a:r>
              <a:rPr lang="ru-RU" dirty="0" err="1"/>
              <a:t>пайплайнах</a:t>
            </a:r>
            <a:endParaRPr lang="ru-RU" dirty="0"/>
          </a:p>
          <a:p>
            <a:r>
              <a:rPr lang="ru-RU" dirty="0"/>
              <a:t>Требует актуального набора тестовых сценариев и поддержки тестовой документации</a:t>
            </a:r>
          </a:p>
          <a:p>
            <a:r>
              <a:rPr lang="ru-RU" dirty="0"/>
              <a:t>Эффективность зависит от покрытия критических бизнес-сценариев</a:t>
            </a:r>
          </a:p>
          <a:p>
            <a:r>
              <a:rPr lang="ru-RU" dirty="0"/>
              <a:t>В современных практиках запускается автоматически при каждом коммите в ветку разработки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00157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17C813-FA56-4349-9850-474F8BFA7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813" y="0"/>
            <a:ext cx="9076329" cy="1064277"/>
          </a:xfrm>
        </p:spPr>
        <p:txBody>
          <a:bodyPr>
            <a:normAutofit fontScale="90000"/>
          </a:bodyPr>
          <a:lstStyle/>
          <a:p>
            <a:r>
              <a:rPr lang="ru-RU"/>
              <a:t>Современные тенденции в тестировании</a:t>
            </a:r>
            <a:endParaRPr lang="ru-RU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37597B90-1DD9-42AD-B27E-B3A151564F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111" y="1772337"/>
            <a:ext cx="3689266" cy="2075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F9BBCEF-7A6A-4EC2-BE44-E53A1225EB57}"/>
              </a:ext>
            </a:extLst>
          </p:cNvPr>
          <p:cNvSpPr txBox="1"/>
          <p:nvPr/>
        </p:nvSpPr>
        <p:spPr>
          <a:xfrm>
            <a:off x="1425039" y="1246910"/>
            <a:ext cx="2927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Визуальное тестирование</a:t>
            </a:r>
          </a:p>
        </p:txBody>
      </p:sp>
      <p:pic>
        <p:nvPicPr>
          <p:cNvPr id="6148" name="Picture 4" descr="Picture background">
            <a:extLst>
              <a:ext uri="{FF2B5EF4-FFF2-40B4-BE49-F238E27FC236}">
                <a16:creationId xmlns:a16="http://schemas.microsoft.com/office/drawing/2014/main" id="{B491D691-F777-4A09-A99D-FFAAD9E52F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2408" y="1705144"/>
            <a:ext cx="4802579" cy="2142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9CC69E-1FC6-40A1-9CA3-EB6B47069203}"/>
              </a:ext>
            </a:extLst>
          </p:cNvPr>
          <p:cNvSpPr txBox="1"/>
          <p:nvPr/>
        </p:nvSpPr>
        <p:spPr>
          <a:xfrm>
            <a:off x="6813423" y="1205346"/>
            <a:ext cx="3759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Самовосстанавливающиеся тесты</a:t>
            </a:r>
          </a:p>
        </p:txBody>
      </p:sp>
      <p:pic>
        <p:nvPicPr>
          <p:cNvPr id="6150" name="Picture 6" descr="Picture background">
            <a:extLst>
              <a:ext uri="{FF2B5EF4-FFF2-40B4-BE49-F238E27FC236}">
                <a16:creationId xmlns:a16="http://schemas.microsoft.com/office/drawing/2014/main" id="{3CEB4338-403E-41C2-B60A-0ABBD94075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9474" y="4783721"/>
            <a:ext cx="3434567" cy="1976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3C6AE67-41A9-43EE-9BD6-563B6C2C38F9}"/>
              </a:ext>
            </a:extLst>
          </p:cNvPr>
          <p:cNvSpPr txBox="1"/>
          <p:nvPr/>
        </p:nvSpPr>
        <p:spPr>
          <a:xfrm>
            <a:off x="4084958" y="4303750"/>
            <a:ext cx="26035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Прогнозная аналитика</a:t>
            </a:r>
          </a:p>
        </p:txBody>
      </p:sp>
    </p:spTree>
    <p:extLst>
      <p:ext uri="{BB962C8B-B14F-4D97-AF65-F5344CB8AC3E}">
        <p14:creationId xmlns:p14="http://schemas.microsoft.com/office/powerpoint/2010/main" val="9828292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66850D-A625-4D55-B3B3-AD0BD4094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061" y="110501"/>
            <a:ext cx="9076329" cy="1064277"/>
          </a:xfrm>
        </p:spPr>
        <p:txBody>
          <a:bodyPr/>
          <a:lstStyle/>
          <a:p>
            <a:pPr algn="ctr"/>
            <a:r>
              <a:rPr lang="ru-RU" dirty="0"/>
              <a:t>Формирование тестовой стратегии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42388965-197E-419E-B90D-6137F0A684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4655303"/>
              </p:ext>
            </p:extLst>
          </p:nvPr>
        </p:nvGraphicFramePr>
        <p:xfrm>
          <a:off x="2056669" y="1013208"/>
          <a:ext cx="7348589" cy="33153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673901">
                  <a:extLst>
                    <a:ext uri="{9D8B030D-6E8A-4147-A177-3AD203B41FA5}">
                      <a16:colId xmlns:a16="http://schemas.microsoft.com/office/drawing/2014/main" val="4001749694"/>
                    </a:ext>
                  </a:extLst>
                </a:gridCol>
                <a:gridCol w="3674688">
                  <a:extLst>
                    <a:ext uri="{9D8B030D-6E8A-4147-A177-3AD203B41FA5}">
                      <a16:colId xmlns:a16="http://schemas.microsoft.com/office/drawing/2014/main" val="3612961094"/>
                    </a:ext>
                  </a:extLst>
                </a:gridCol>
              </a:tblGrid>
              <a:tr h="42355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Фактор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Влияние на стратегию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7680736"/>
                  </a:ext>
                </a:extLst>
              </a:tr>
              <a:tr h="69340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Тип продукта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Веб → кросс-браузерное; Мобильное → тестирование на реальных устройствах; Финтех → акцент на безопасности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08847144"/>
                  </a:ext>
                </a:extLst>
              </a:tr>
              <a:tr h="58831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Бизнес-риски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Критичные дефекты (расчёт денег) → максимальное покрытие регрессией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32801408"/>
                  </a:ext>
                </a:extLst>
              </a:tr>
              <a:tr h="45833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Ресурсы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Ограниченный бюджет → фокус на ручном тестировании критических путей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74658238"/>
                  </a:ext>
                </a:extLst>
              </a:tr>
              <a:tr h="69340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Стадия разработки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Ранние этапы → исследовательское тестирование; Зрелый продукт → автоматизированная регрессия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75903209"/>
                  </a:ext>
                </a:extLst>
              </a:tr>
              <a:tr h="45833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Технологический стек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Выбор инструментов под стек (</a:t>
                      </a:r>
                      <a:r>
                        <a:rPr lang="ru-RU" sz="1100" dirty="0" err="1">
                          <a:effectLst/>
                        </a:rPr>
                        <a:t>Playwright</a:t>
                      </a:r>
                      <a:r>
                        <a:rPr lang="ru-RU" sz="1100" dirty="0">
                          <a:effectLst/>
                        </a:rPr>
                        <a:t> для веб, </a:t>
                      </a:r>
                      <a:r>
                        <a:rPr lang="ru-RU" sz="1100" dirty="0" err="1">
                          <a:effectLst/>
                        </a:rPr>
                        <a:t>Appium</a:t>
                      </a:r>
                      <a:r>
                        <a:rPr lang="ru-RU" sz="1100" dirty="0">
                          <a:effectLst/>
                        </a:rPr>
                        <a:t> для мобильных)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79369125"/>
                  </a:ext>
                </a:extLst>
              </a:tr>
            </a:tbl>
          </a:graphicData>
        </a:graphic>
      </p:graphicFrame>
      <p:pic>
        <p:nvPicPr>
          <p:cNvPr id="7170" name="Picture 2" descr="Picture background">
            <a:extLst>
              <a:ext uri="{FF2B5EF4-FFF2-40B4-BE49-F238E27FC236}">
                <a16:creationId xmlns:a16="http://schemas.microsoft.com/office/drawing/2014/main" id="{0FBE1BED-72F1-4EC5-AF0C-7B461CA4D2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6648" y="4328556"/>
            <a:ext cx="5313442" cy="2529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0732895"/>
      </p:ext>
    </p:extLst>
  </p:cSld>
  <p:clrMapOvr>
    <a:masterClrMapping/>
  </p:clrMapOvr>
</p:sld>
</file>

<file path=ppt/theme/theme1.xml><?xml version="1.0" encoding="utf-8"?>
<a:theme xmlns:a="http://schemas.openxmlformats.org/drawingml/2006/main" name="MarrakeshVTI">
  <a:themeElements>
    <a:clrScheme name="Marrakesh">
      <a:dk1>
        <a:srgbClr val="000000"/>
      </a:dk1>
      <a:lt1>
        <a:srgbClr val="FFFFFF"/>
      </a:lt1>
      <a:dk2>
        <a:srgbClr val="431C30"/>
      </a:dk2>
      <a:lt2>
        <a:srgbClr val="F3F0EF"/>
      </a:lt2>
      <a:accent1>
        <a:srgbClr val="B35B55"/>
      </a:accent1>
      <a:accent2>
        <a:srgbClr val="CF7E6C"/>
      </a:accent2>
      <a:accent3>
        <a:srgbClr val="CA8F58"/>
      </a:accent3>
      <a:accent4>
        <a:srgbClr val="A97C54"/>
      </a:accent4>
      <a:accent5>
        <a:srgbClr val="917E45"/>
      </a:accent5>
      <a:accent6>
        <a:srgbClr val="647576"/>
      </a:accent6>
      <a:hlink>
        <a:srgbClr val="A25872"/>
      </a:hlink>
      <a:folHlink>
        <a:srgbClr val="667A7E"/>
      </a:folHlink>
    </a:clrScheme>
    <a:fontScheme name="Goudy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rrakeshVTI" id="{DCD97A9B-DAE4-42FA-B2F9-0A5C34F43D6C}" vid="{A7163F41-974B-4A88-831F-D9DFFFE40C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550</Words>
  <Application>Microsoft Office PowerPoint</Application>
  <PresentationFormat>Широкоэкранный</PresentationFormat>
  <Paragraphs>117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Calibri</vt:lpstr>
      <vt:lpstr>Goudy Old Style</vt:lpstr>
      <vt:lpstr>MarrakeshVTI</vt:lpstr>
      <vt:lpstr>Тестирования программного обеспечения</vt:lpstr>
      <vt:lpstr>Суть и цели тестирования:</vt:lpstr>
      <vt:lpstr>По знанию внутренней структуры системы:</vt:lpstr>
      <vt:lpstr>По объекту проверки:</vt:lpstr>
      <vt:lpstr>Презентация PowerPoint</vt:lpstr>
      <vt:lpstr>По субъекту тестирования:</vt:lpstr>
      <vt:lpstr>Регрессионное тестирование </vt:lpstr>
      <vt:lpstr>Современные тенденции в тестировании</vt:lpstr>
      <vt:lpstr>Формирование тестовой стратегии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Тестирования программного обеспечения</dc:title>
  <dc:creator>Никита Бакшилов</dc:creator>
  <cp:lastModifiedBy>Никита Бакшилов</cp:lastModifiedBy>
  <cp:revision>1</cp:revision>
  <dcterms:created xsi:type="dcterms:W3CDTF">2026-02-09T05:30:01Z</dcterms:created>
  <dcterms:modified xsi:type="dcterms:W3CDTF">2026-02-09T05:57:25Z</dcterms:modified>
</cp:coreProperties>
</file>